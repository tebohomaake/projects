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4" r:id="rId2"/>
    <p:sldMasterId id="2147483681" r:id="rId3"/>
    <p:sldMasterId id="2147483693" r:id="rId4"/>
    <p:sldMasterId id="2147483710" r:id="rId5"/>
    <p:sldMasterId id="2147483727" r:id="rId6"/>
  </p:sldMasterIdLst>
  <p:notesMasterIdLst>
    <p:notesMasterId r:id="rId23"/>
  </p:notesMasterIdLst>
  <p:sldIdLst>
    <p:sldId id="258" r:id="rId7"/>
    <p:sldId id="261" r:id="rId8"/>
    <p:sldId id="259" r:id="rId9"/>
    <p:sldId id="260" r:id="rId10"/>
    <p:sldId id="262" r:id="rId11"/>
    <p:sldId id="265" r:id="rId12"/>
    <p:sldId id="266" r:id="rId13"/>
    <p:sldId id="271" r:id="rId14"/>
    <p:sldId id="267" r:id="rId15"/>
    <p:sldId id="273" r:id="rId16"/>
    <p:sldId id="263" r:id="rId17"/>
    <p:sldId id="269" r:id="rId18"/>
    <p:sldId id="268" r:id="rId19"/>
    <p:sldId id="270" r:id="rId20"/>
    <p:sldId id="272"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BE6FAD-75EC-458B-B2C8-45D2EAC147A9}">
          <p14:sldIdLst>
            <p14:sldId id="258"/>
            <p14:sldId id="261"/>
            <p14:sldId id="259"/>
            <p14:sldId id="260"/>
          </p14:sldIdLst>
        </p14:section>
        <p14:section name="Untitled Section" id="{48D052C0-B47E-4E84-9568-D89E1D83ED49}">
          <p14:sldIdLst>
            <p14:sldId id="262"/>
            <p14:sldId id="265"/>
            <p14:sldId id="266"/>
            <p14:sldId id="271"/>
            <p14:sldId id="267"/>
            <p14:sldId id="273"/>
            <p14:sldId id="263"/>
            <p14:sldId id="269"/>
            <p14:sldId id="268"/>
            <p14:sldId id="270"/>
            <p14:sldId id="272"/>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D3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F62C2-A48F-4E03-A114-3F7B366BD1F4}" type="datetimeFigureOut">
              <a:rPr lang="en-ZA" smtClean="0"/>
              <a:t>2025/03/11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B99778-1754-4B48-B43B-CBDD7A93F969}" type="slidenum">
              <a:rPr lang="en-ZA" smtClean="0"/>
              <a:t>‹#›</a:t>
            </a:fld>
            <a:endParaRPr lang="en-ZA"/>
          </a:p>
        </p:txBody>
      </p:sp>
    </p:spTree>
    <p:extLst>
      <p:ext uri="{BB962C8B-B14F-4D97-AF65-F5344CB8AC3E}">
        <p14:creationId xmlns:p14="http://schemas.microsoft.com/office/powerpoint/2010/main" val="484066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CDE012-9E2E-4477-8B5C-4E7D4E9BCBA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5372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42.sv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7.png"/><Relationship Id="rId1" Type="http://schemas.openxmlformats.org/officeDocument/2006/relationships/slideMaster" Target="../slideMasters/slideMaster6.xml"/><Relationship Id="rId5" Type="http://schemas.openxmlformats.org/officeDocument/2006/relationships/image" Target="../media/image44.svg"/><Relationship Id="rId4"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7.png"/><Relationship Id="rId1" Type="http://schemas.openxmlformats.org/officeDocument/2006/relationships/slideMaster" Target="../slideMasters/slideMaster6.xml"/><Relationship Id="rId5" Type="http://schemas.openxmlformats.org/officeDocument/2006/relationships/image" Target="../media/image44.svg"/><Relationship Id="rId4"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8.png"/><Relationship Id="rId1" Type="http://schemas.openxmlformats.org/officeDocument/2006/relationships/slideMaster" Target="../slideMasters/slideMaster6.xml"/><Relationship Id="rId5" Type="http://schemas.openxmlformats.org/officeDocument/2006/relationships/image" Target="../media/image44.sv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3/11/2025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3/11/2025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379641C-8260-44A4-9F71-E216C07A38B4}"/>
              </a:ext>
            </a:extLst>
          </p:cNvPr>
          <p:cNvSpPr>
            <a:spLocks noGrp="1"/>
          </p:cNvSpPr>
          <p:nvPr>
            <p:ph type="pic" sz="quarter" idx="14"/>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416742 h 6858000"/>
              <a:gd name="connsiteX5" fmla="*/ 9142476 w 12188952"/>
              <a:gd name="connsiteY5" fmla="*/ 4416742 h 6858000"/>
              <a:gd name="connsiteX6" fmla="*/ 9142476 w 12188952"/>
              <a:gd name="connsiteY6" fmla="*/ 4188142 h 6858000"/>
              <a:gd name="connsiteX7" fmla="*/ 0 w 12188952"/>
              <a:gd name="connsiteY7" fmla="*/ 41881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416742"/>
                </a:lnTo>
                <a:lnTo>
                  <a:pt x="9142476" y="4416742"/>
                </a:lnTo>
                <a:lnTo>
                  <a:pt x="9142476" y="4188142"/>
                </a:lnTo>
                <a:lnTo>
                  <a:pt x="0" y="4188142"/>
                </a:lnTo>
                <a:close/>
              </a:path>
            </a:pathLst>
          </a:custGeom>
          <a:solidFill>
            <a:schemeClr val="accent6">
              <a:lumMod val="20000"/>
              <a:lumOff val="80000"/>
            </a:schemeClr>
          </a:solidFill>
        </p:spPr>
        <p:txBody>
          <a:bodyPr wrap="square">
            <a:noAutofit/>
          </a:bodyPr>
          <a:lstStyle/>
          <a:p>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38200" y="4636008"/>
            <a:ext cx="9144000" cy="1107959"/>
          </a:xfrm>
        </p:spPr>
        <p:txBody>
          <a:bodyPr anchor="b" anchorCtr="0"/>
          <a:lstStyle>
            <a:lvl1pPr algn="l">
              <a:defRPr sz="6000">
                <a:solidFill>
                  <a:schemeClr val="bg1"/>
                </a:solidFill>
              </a:defRPr>
            </a:lvl1pPr>
          </a:lstStyle>
          <a:p>
            <a:r>
              <a:rPr lang="en-US" dirty="0"/>
              <a:t>CLICK TO EDIT TITLE</a:t>
            </a:r>
          </a:p>
        </p:txBody>
      </p:sp>
      <p:sp>
        <p:nvSpPr>
          <p:cNvPr id="12" name="Text Placeholder 11">
            <a:extLst>
              <a:ext uri="{FF2B5EF4-FFF2-40B4-BE49-F238E27FC236}">
                <a16:creationId xmlns:a16="http://schemas.microsoft.com/office/drawing/2014/main" id="{779D466B-640E-419A-8701-FA39B12DD959}"/>
              </a:ext>
            </a:extLst>
          </p:cNvPr>
          <p:cNvSpPr>
            <a:spLocks noGrp="1"/>
          </p:cNvSpPr>
          <p:nvPr>
            <p:ph type="body" sz="quarter" idx="13" hasCustomPrompt="1"/>
          </p:nvPr>
        </p:nvSpPr>
        <p:spPr>
          <a:xfrm>
            <a:off x="841248" y="5742432"/>
            <a:ext cx="7953375" cy="457200"/>
          </a:xfrm>
        </p:spPr>
        <p:txBody>
          <a:bodyPr>
            <a:noAutofit/>
          </a:bodyPr>
          <a:lstStyle>
            <a:lvl1pPr marL="0" indent="0">
              <a:buNone/>
              <a:defRPr sz="1800">
                <a:solidFill>
                  <a:schemeClr val="bg1"/>
                </a:solidFill>
                <a:latin typeface="+mn-lt"/>
              </a:defRPr>
            </a:lvl1pPr>
            <a:lvl2pPr marL="457200" indent="0">
              <a:buNone/>
              <a:defRPr sz="2400">
                <a:solidFill>
                  <a:schemeClr val="bg1"/>
                </a:solidFill>
                <a:latin typeface="+mn-lt"/>
              </a:defRPr>
            </a:lvl2pPr>
            <a:lvl3pPr marL="914400" indent="0">
              <a:buNone/>
              <a:defRPr sz="2400">
                <a:solidFill>
                  <a:schemeClr val="bg1"/>
                </a:solidFill>
                <a:latin typeface="+mn-lt"/>
              </a:defRPr>
            </a:lvl3pPr>
            <a:lvl4pPr marL="1371600" indent="0">
              <a:buNone/>
              <a:defRPr sz="2400">
                <a:solidFill>
                  <a:schemeClr val="bg1"/>
                </a:solidFill>
                <a:latin typeface="+mn-lt"/>
              </a:defRPr>
            </a:lvl4pPr>
            <a:lvl5pPr marL="1828800" indent="0">
              <a:buNone/>
              <a:defRPr sz="2400">
                <a:solidFill>
                  <a:schemeClr val="bg1"/>
                </a:solidFill>
                <a:latin typeface="+mn-lt"/>
              </a:defRPr>
            </a:lvl5pPr>
          </a:lstStyle>
          <a:p>
            <a:pPr lvl="0"/>
            <a:r>
              <a:rPr lang="en-US" dirty="0"/>
              <a:t>Click to edit text</a:t>
            </a:r>
          </a:p>
        </p:txBody>
      </p:sp>
      <p:sp>
        <p:nvSpPr>
          <p:cNvPr id="17" name="Rectangle 16">
            <a:extLst>
              <a:ext uri="{FF2B5EF4-FFF2-40B4-BE49-F238E27FC236}">
                <a16:creationId xmlns:a16="http://schemas.microsoft.com/office/drawing/2014/main" id="{80659D50-D55F-4F3D-8F15-5B1F1F2B4B96}"/>
              </a:ext>
              <a:ext uri="{C183D7F6-B498-43B3-948B-1728B52AA6E4}">
                <adec:decorative xmlns:adec="http://schemas.microsoft.com/office/drawing/2017/decorative" xmlns="" val="1"/>
              </a:ext>
            </a:extLst>
          </p:cNvPr>
          <p:cNvSpPr/>
          <p:nvPr userDrawn="1"/>
        </p:nvSpPr>
        <p:spPr>
          <a:xfrm>
            <a:off x="0" y="4188142"/>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864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dirty="0"/>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a:t>7/14/20XX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xmlns=""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About</a:t>
            </a:r>
          </a:p>
        </p:txBody>
      </p:sp>
    </p:spTree>
    <p:extLst>
      <p:ext uri="{BB962C8B-B14F-4D97-AF65-F5344CB8AC3E}">
        <p14:creationId xmlns:p14="http://schemas.microsoft.com/office/powerpoint/2010/main" val="54522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oluti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67F4C-584F-4D26-A9F4-7E8E3F096140}"/>
              </a:ext>
              <a:ext uri="{C183D7F6-B498-43B3-948B-1728B52AA6E4}">
                <adec:decorative xmlns:adec="http://schemas.microsoft.com/office/drawing/2017/decorative" xmlns="" val="1"/>
              </a:ext>
            </a:extLst>
          </p:cNvPr>
          <p:cNvSpPr/>
          <p:nvPr userDrawn="1"/>
        </p:nvSpPr>
        <p:spPr>
          <a:xfrm>
            <a:off x="4159926" y="1569034"/>
            <a:ext cx="7193874"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10">
            <a:extLst>
              <a:ext uri="{FF2B5EF4-FFF2-40B4-BE49-F238E27FC236}">
                <a16:creationId xmlns:a16="http://schemas.microsoft.com/office/drawing/2014/main" id="{6C968367-11F9-40B5-B54F-1555B837CABC}"/>
              </a:ext>
            </a:extLst>
          </p:cNvPr>
          <p:cNvSpPr>
            <a:spLocks noGrp="1"/>
          </p:cNvSpPr>
          <p:nvPr>
            <p:ph type="pic" sz="quarter" idx="13"/>
          </p:nvPr>
        </p:nvSpPr>
        <p:spPr>
          <a:xfrm>
            <a:off x="933630" y="548640"/>
            <a:ext cx="4389120" cy="5760720"/>
          </a:xfrm>
          <a:solidFill>
            <a:schemeClr val="accent6">
              <a:lumMod val="20000"/>
              <a:lumOff val="80000"/>
            </a:schemeClr>
          </a:solidFill>
        </p:spPr>
        <p:txBody>
          <a:bodyPr/>
          <a:lstStyle/>
          <a:p>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155363" y="365125"/>
            <a:ext cx="5103007" cy="1325563"/>
          </a:xfrm>
        </p:spPr>
        <p:txBody>
          <a:bodyPr/>
          <a:lstStyle>
            <a:lvl1pPr>
              <a:defRPr>
                <a:solidFill>
                  <a:schemeClr val="tx1"/>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78C38614-0243-4ABA-A367-8875F339D658}"/>
              </a:ext>
            </a:extLst>
          </p:cNvPr>
          <p:cNvSpPr>
            <a:spLocks noGrp="1"/>
          </p:cNvSpPr>
          <p:nvPr>
            <p:ph type="body" sz="quarter" idx="14" hasCustomPrompt="1"/>
          </p:nvPr>
        </p:nvSpPr>
        <p:spPr>
          <a:xfrm>
            <a:off x="6153182" y="209397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6153056" y="2422684"/>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6153307" y="3227832"/>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6153181" y="3559290"/>
            <a:ext cx="5120640" cy="45720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1" name="Text Placeholder 10">
            <a:extLst>
              <a:ext uri="{FF2B5EF4-FFF2-40B4-BE49-F238E27FC236}">
                <a16:creationId xmlns:a16="http://schemas.microsoft.com/office/drawing/2014/main" id="{005E970C-F216-4C13-B637-2CD29EB1F737}"/>
              </a:ext>
            </a:extLst>
          </p:cNvPr>
          <p:cNvSpPr>
            <a:spLocks noGrp="1"/>
          </p:cNvSpPr>
          <p:nvPr>
            <p:ph type="body" sz="quarter" idx="18" hasCustomPrompt="1"/>
          </p:nvPr>
        </p:nvSpPr>
        <p:spPr>
          <a:xfrm>
            <a:off x="6149167" y="4059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2" name="Text Placeholder 13">
            <a:extLst>
              <a:ext uri="{FF2B5EF4-FFF2-40B4-BE49-F238E27FC236}">
                <a16:creationId xmlns:a16="http://schemas.microsoft.com/office/drawing/2014/main" id="{FD54B08D-52AA-478D-9A22-40F57CEFF5E6}"/>
              </a:ext>
            </a:extLst>
          </p:cNvPr>
          <p:cNvSpPr>
            <a:spLocks noGrp="1"/>
          </p:cNvSpPr>
          <p:nvPr>
            <p:ph type="body" sz="quarter" idx="19" hasCustomPrompt="1"/>
          </p:nvPr>
        </p:nvSpPr>
        <p:spPr>
          <a:xfrm>
            <a:off x="6149041" y="4388168"/>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
        <p:nvSpPr>
          <p:cNvPr id="23" name="Text Placeholder 10">
            <a:extLst>
              <a:ext uri="{FF2B5EF4-FFF2-40B4-BE49-F238E27FC236}">
                <a16:creationId xmlns:a16="http://schemas.microsoft.com/office/drawing/2014/main" id="{78434772-1E65-4475-A328-95A7B2445794}"/>
              </a:ext>
            </a:extLst>
          </p:cNvPr>
          <p:cNvSpPr>
            <a:spLocks noGrp="1"/>
          </p:cNvSpPr>
          <p:nvPr>
            <p:ph type="body" sz="quarter" idx="20" hasCustomPrompt="1"/>
          </p:nvPr>
        </p:nvSpPr>
        <p:spPr>
          <a:xfrm>
            <a:off x="6149292" y="5202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dirty="0"/>
              <a:t>CLICK TO EDIT TEXT</a:t>
            </a:r>
          </a:p>
        </p:txBody>
      </p:sp>
      <p:sp>
        <p:nvSpPr>
          <p:cNvPr id="24" name="Text Placeholder 13">
            <a:extLst>
              <a:ext uri="{FF2B5EF4-FFF2-40B4-BE49-F238E27FC236}">
                <a16:creationId xmlns:a16="http://schemas.microsoft.com/office/drawing/2014/main" id="{16497897-EF41-49AE-B577-23E1843D2DEA}"/>
              </a:ext>
            </a:extLst>
          </p:cNvPr>
          <p:cNvSpPr>
            <a:spLocks noGrp="1"/>
          </p:cNvSpPr>
          <p:nvPr>
            <p:ph type="body" sz="quarter" idx="21" hasCustomPrompt="1"/>
          </p:nvPr>
        </p:nvSpPr>
        <p:spPr>
          <a:xfrm>
            <a:off x="6149166" y="5535502"/>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Click to edit text</a:t>
            </a:r>
          </a:p>
        </p:txBody>
      </p:sp>
    </p:spTree>
    <p:extLst>
      <p:ext uri="{BB962C8B-B14F-4D97-AF65-F5344CB8AC3E}">
        <p14:creationId xmlns:p14="http://schemas.microsoft.com/office/powerpoint/2010/main" val="251239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2161BAA5-48F7-7727-F9D9-CE83907FFBA7}"/>
              </a:ext>
              <a:ext uri="{C183D7F6-B498-43B3-948B-1728B52AA6E4}">
                <adec:decorative xmlns:adec="http://schemas.microsoft.com/office/drawing/2017/decorative" xmlns="" val="1"/>
              </a:ext>
            </a:extLst>
          </p:cNvPr>
          <p:cNvSpPr/>
          <p:nvPr userDrawn="1"/>
        </p:nvSpPr>
        <p:spPr>
          <a:xfrm>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1064ED4F-0011-0734-A8CE-F357C9B3CB59}"/>
              </a:ext>
              <a:ext uri="{C183D7F6-B498-43B3-948B-1728B52AA6E4}">
                <adec:decorative xmlns:adec="http://schemas.microsoft.com/office/drawing/2017/decorative" xmlns="" val="1"/>
              </a:ext>
            </a:extLst>
          </p:cNvPr>
          <p:cNvSpPr/>
          <p:nvPr userDrawn="1"/>
        </p:nvSpPr>
        <p:spPr>
          <a:xfrm>
            <a:off x="9823776" y="0"/>
            <a:ext cx="16715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AC40BC2-4799-E79D-1CFD-4A82C90A1DA8}"/>
              </a:ext>
              <a:ext uri="{C183D7F6-B498-43B3-948B-1728B52AA6E4}">
                <adec:decorative xmlns:adec="http://schemas.microsoft.com/office/drawing/2017/decorative" xmlns="" val="1"/>
              </a:ext>
            </a:extLst>
          </p:cNvPr>
          <p:cNvSpPr/>
          <p:nvPr userDrawn="1"/>
        </p:nvSpPr>
        <p:spPr>
          <a:xfrm>
            <a:off x="1119693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D7662E9-6C4B-1DCF-4FA0-9D0E52069DAB}"/>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5232" y="463974"/>
            <a:ext cx="4217424" cy="3709195"/>
          </a:xfrm>
        </p:spPr>
        <p:txBody>
          <a:bodyPr anchor="b">
            <a:normAutofit/>
          </a:bodyPr>
          <a:lstStyle>
            <a:lvl1pPr algn="l">
              <a:defRPr sz="4800" b="1" spc="-150" baseline="0"/>
            </a:lvl1pPr>
          </a:lstStyle>
          <a:p>
            <a:r>
              <a:rPr lang="en-US" dirty="0"/>
              <a:t>Click to add title</a:t>
            </a:r>
          </a:p>
        </p:txBody>
      </p:sp>
      <p:sp>
        <p:nvSpPr>
          <p:cNvPr id="11" name="Picture Placeholder 10">
            <a:extLst>
              <a:ext uri="{FF2B5EF4-FFF2-40B4-BE49-F238E27FC236}">
                <a16:creationId xmlns:a16="http://schemas.microsoft.com/office/drawing/2014/main" id="{7E2C7390-A781-021E-CEDA-D9040304381E}"/>
              </a:ext>
            </a:extLst>
          </p:cNvPr>
          <p:cNvSpPr>
            <a:spLocks noGrp="1"/>
          </p:cNvSpPr>
          <p:nvPr>
            <p:ph type="pic" sz="quarter" idx="10" hasCustomPrompt="1"/>
          </p:nvPr>
        </p:nvSpPr>
        <p:spPr>
          <a:xfrm>
            <a:off x="920158" y="1741488"/>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Tree>
    <p:extLst>
      <p:ext uri="{BB962C8B-B14F-4D97-AF65-F5344CB8AC3E}">
        <p14:creationId xmlns:p14="http://schemas.microsoft.com/office/powerpoint/2010/main" val="2826335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F31C49C2-4E92-6564-1A68-190EFACC56DC}"/>
              </a:ext>
              <a:ext uri="{C183D7F6-B498-43B3-948B-1728B52AA6E4}">
                <adec:decorative xmlns:adec="http://schemas.microsoft.com/office/drawing/2017/decorative" xmlns="" val="1"/>
              </a:ext>
            </a:extLst>
          </p:cNvPr>
          <p:cNvSpPr/>
          <p:nvPr userDrawn="1"/>
        </p:nvSpPr>
        <p:spPr>
          <a:xfrm flipH="1">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5003C2B3-3873-7FFA-2567-57F2F6ABBFCB}"/>
              </a:ext>
              <a:ext uri="{C183D7F6-B498-43B3-948B-1728B52AA6E4}">
                <adec:decorative xmlns:adec="http://schemas.microsoft.com/office/drawing/2017/decorative" xmlns="" val="1"/>
              </a:ext>
            </a:extLst>
          </p:cNvPr>
          <p:cNvSpPr/>
          <p:nvPr userDrawn="1"/>
        </p:nvSpPr>
        <p:spPr>
          <a:xfrm>
            <a:off x="763334"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3619A50-ADC7-AA30-E96F-D0853D0DD7C6}"/>
              </a:ext>
              <a:ext uri="{C183D7F6-B498-43B3-948B-1728B52AA6E4}">
                <adec:decorative xmlns:adec="http://schemas.microsoft.com/office/drawing/2017/decorative" xmlns="" val="1"/>
              </a:ext>
            </a:extLst>
          </p:cNvPr>
          <p:cNvSpPr/>
          <p:nvPr userDrawn="1"/>
        </p:nvSpPr>
        <p:spPr>
          <a:xfrm>
            <a:off x="126501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6447AC2-F09C-2AC2-0522-F871987D66DB}"/>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467140" y="576470"/>
            <a:ext cx="4831209" cy="2266121"/>
          </a:xfrm>
        </p:spPr>
        <p:txBody>
          <a:bodyPr anchor="ctr">
            <a:normAutofit/>
          </a:bodyPr>
          <a:lstStyle>
            <a:lvl1pPr algn="r">
              <a:defRPr sz="4400" b="0" spc="0" baseline="0"/>
            </a:lvl1pPr>
          </a:lstStyle>
          <a:p>
            <a:endParaRPr lang="en-US" dirty="0"/>
          </a:p>
        </p:txBody>
      </p:sp>
      <p:sp>
        <p:nvSpPr>
          <p:cNvPr id="17" name="Content Placeholder 16">
            <a:extLst>
              <a:ext uri="{FF2B5EF4-FFF2-40B4-BE49-F238E27FC236}">
                <a16:creationId xmlns:a16="http://schemas.microsoft.com/office/drawing/2014/main" id="{7C3A4AA6-1D0C-DE79-F399-33299CB812C6}"/>
              </a:ext>
            </a:extLst>
          </p:cNvPr>
          <p:cNvSpPr>
            <a:spLocks noGrp="1"/>
          </p:cNvSpPr>
          <p:nvPr>
            <p:ph sz="quarter" idx="11" hasCustomPrompt="1"/>
          </p:nvPr>
        </p:nvSpPr>
        <p:spPr>
          <a:xfrm>
            <a:off x="467139" y="3031435"/>
            <a:ext cx="4831209" cy="3478944"/>
          </a:xfrm>
        </p:spPr>
        <p:txBody>
          <a:bodyPr>
            <a:normAutofit/>
          </a:bodyPr>
          <a:lstStyle>
            <a:lvl1pPr marL="0" indent="0" algn="r">
              <a:lnSpc>
                <a:spcPct val="100000"/>
              </a:lnSpc>
              <a:spcBef>
                <a:spcPts val="1000"/>
              </a:spcBef>
              <a:buNone/>
              <a:defRPr sz="2400"/>
            </a:lvl1pPr>
            <a:lvl2pPr marL="457200" indent="0" algn="r">
              <a:lnSpc>
                <a:spcPct val="100000"/>
              </a:lnSpc>
              <a:spcBef>
                <a:spcPts val="1000"/>
              </a:spcBef>
              <a:buNone/>
              <a:defRPr sz="2000"/>
            </a:lvl2pPr>
            <a:lvl3pPr marL="914400" indent="0" algn="r">
              <a:lnSpc>
                <a:spcPct val="100000"/>
              </a:lnSpc>
              <a:spcBef>
                <a:spcPts val="1000"/>
              </a:spcBef>
              <a:buNone/>
              <a:defRPr sz="1800"/>
            </a:lvl3pPr>
            <a:lvl4pPr marL="1371600" indent="0" algn="r">
              <a:lnSpc>
                <a:spcPct val="100000"/>
              </a:lnSpc>
              <a:spcBef>
                <a:spcPts val="1000"/>
              </a:spcBef>
              <a:buNone/>
              <a:defRPr sz="1600"/>
            </a:lvl4pPr>
            <a:lvl5pPr marL="1828800" indent="0" algn="r">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5890039" y="1751216"/>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11" name="Slide Number Placeholder 10">
            <a:extLst>
              <a:ext uri="{FF2B5EF4-FFF2-40B4-BE49-F238E27FC236}">
                <a16:creationId xmlns:a16="http://schemas.microsoft.com/office/drawing/2014/main" id="{F1E58A54-F746-59CF-007A-329493EC502C}"/>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62030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Right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6A991E4A-E418-E9C0-B35B-0A81DCE3AB54}"/>
              </a:ext>
              <a:ext uri="{C183D7F6-B498-43B3-948B-1728B52AA6E4}">
                <adec:decorative xmlns:adec="http://schemas.microsoft.com/office/drawing/2017/decorative" xmlns="" val="1"/>
              </a:ext>
            </a:extLst>
          </p:cNvPr>
          <p:cNvSpPr/>
          <p:nvPr userDrawn="1"/>
        </p:nvSpPr>
        <p:spPr>
          <a:xfrm>
            <a:off x="-3245" y="-3248"/>
            <a:ext cx="12192000" cy="6858000"/>
          </a:xfrm>
          <a:custGeom>
            <a:avLst/>
            <a:gdLst>
              <a:gd name="connsiteX0" fmla="*/ 1138655 w 12192000"/>
              <a:gd name="connsiteY0" fmla="*/ 1746908 h 6858000"/>
              <a:gd name="connsiteX1" fmla="*/ 913599 w 12192000"/>
              <a:gd name="connsiteY1" fmla="*/ 1971964 h 6858000"/>
              <a:gd name="connsiteX2" fmla="*/ 913599 w 12192000"/>
              <a:gd name="connsiteY2" fmla="*/ 5520711 h 6858000"/>
              <a:gd name="connsiteX3" fmla="*/ 1138655 w 12192000"/>
              <a:gd name="connsiteY3" fmla="*/ 5745767 h 6858000"/>
              <a:gd name="connsiteX4" fmla="*/ 6091846 w 12192000"/>
              <a:gd name="connsiteY4" fmla="*/ 5745767 h 6858000"/>
              <a:gd name="connsiteX5" fmla="*/ 6316902 w 12192000"/>
              <a:gd name="connsiteY5" fmla="*/ 5520711 h 6858000"/>
              <a:gd name="connsiteX6" fmla="*/ 6316902 w 12192000"/>
              <a:gd name="connsiteY6" fmla="*/ 1971964 h 6858000"/>
              <a:gd name="connsiteX7" fmla="*/ 6091846 w 12192000"/>
              <a:gd name="connsiteY7" fmla="*/ 1746908 h 6858000"/>
              <a:gd name="connsiteX8" fmla="*/ 12184610 w 12192000"/>
              <a:gd name="connsiteY8" fmla="*/ 0 h 6858000"/>
              <a:gd name="connsiteX9" fmla="*/ 12192000 w 12192000"/>
              <a:gd name="connsiteY9" fmla="*/ 0 h 6858000"/>
              <a:gd name="connsiteX10" fmla="*/ 12192000 w 12192000"/>
              <a:gd name="connsiteY10" fmla="*/ 6858000 h 6858000"/>
              <a:gd name="connsiteX11" fmla="*/ 12184610 w 12192000"/>
              <a:gd name="connsiteY11" fmla="*/ 6858000 h 6858000"/>
              <a:gd name="connsiteX12" fmla="*/ 0 w 12192000"/>
              <a:gd name="connsiteY12" fmla="*/ 0 h 6858000"/>
              <a:gd name="connsiteX13" fmla="*/ 918140 w 12192000"/>
              <a:gd name="connsiteY13" fmla="*/ 0 h 6858000"/>
              <a:gd name="connsiteX14" fmla="*/ 918140 w 12192000"/>
              <a:gd name="connsiteY14" fmla="*/ 1010539 h 6858000"/>
              <a:gd name="connsiteX15" fmla="*/ 1195741 w 12192000"/>
              <a:gd name="connsiteY15" fmla="*/ 1288140 h 6858000"/>
              <a:gd name="connsiteX16" fmla="*/ 6043842 w 12192000"/>
              <a:gd name="connsiteY16" fmla="*/ 1288140 h 6858000"/>
              <a:gd name="connsiteX17" fmla="*/ 6321443 w 12192000"/>
              <a:gd name="connsiteY17" fmla="*/ 1010539 h 6858000"/>
              <a:gd name="connsiteX18" fmla="*/ 6321443 w 12192000"/>
              <a:gd name="connsiteY18" fmla="*/ 0 h 6858000"/>
              <a:gd name="connsiteX19" fmla="*/ 11019692 w 12192000"/>
              <a:gd name="connsiteY19" fmla="*/ 0 h 6858000"/>
              <a:gd name="connsiteX20" fmla="*/ 11019692 w 12192000"/>
              <a:gd name="connsiteY20" fmla="*/ 6858000 h 6858000"/>
              <a:gd name="connsiteX21" fmla="*/ 6283982 w 12192000"/>
              <a:gd name="connsiteY21" fmla="*/ 6858000 h 6858000"/>
              <a:gd name="connsiteX22" fmla="*/ 6283982 w 12192000"/>
              <a:gd name="connsiteY22" fmla="*/ 6429590 h 6858000"/>
              <a:gd name="connsiteX23" fmla="*/ 6058926 w 12192000"/>
              <a:gd name="connsiteY23" fmla="*/ 6204534 h 6858000"/>
              <a:gd name="connsiteX24" fmla="*/ 1105735 w 12192000"/>
              <a:gd name="connsiteY24" fmla="*/ 6204534 h 6858000"/>
              <a:gd name="connsiteX25" fmla="*/ 880679 w 12192000"/>
              <a:gd name="connsiteY25" fmla="*/ 6429590 h 6858000"/>
              <a:gd name="connsiteX26" fmla="*/ 880679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close/>
                <a:moveTo>
                  <a:pt x="12184610" y="0"/>
                </a:moveTo>
                <a:lnTo>
                  <a:pt x="12192000" y="0"/>
                </a:lnTo>
                <a:lnTo>
                  <a:pt x="12192000" y="6858000"/>
                </a:lnTo>
                <a:lnTo>
                  <a:pt x="12184610" y="6858000"/>
                </a:lnTo>
                <a:close/>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1019692" y="0"/>
                </a:lnTo>
                <a:lnTo>
                  <a:pt x="11019692"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63315A23-2C00-4A7E-B9E9-65CF734EE176}"/>
              </a:ext>
              <a:ext uri="{C183D7F6-B498-43B3-948B-1728B52AA6E4}">
                <adec:decorative xmlns:adec="http://schemas.microsoft.com/office/drawing/2017/decorative" xmlns="" val="1"/>
              </a:ext>
            </a:extLst>
          </p:cNvPr>
          <p:cNvGrpSpPr/>
          <p:nvPr userDrawn="1"/>
        </p:nvGrpSpPr>
        <p:grpSpPr>
          <a:xfrm>
            <a:off x="8068700" y="1116391"/>
            <a:ext cx="4120055" cy="4308449"/>
            <a:chOff x="5656746" y="820557"/>
            <a:chExt cx="4120055" cy="4308449"/>
          </a:xfrm>
        </p:grpSpPr>
        <p:pic>
          <p:nvPicPr>
            <p:cNvPr id="9" name="Graphic 8">
              <a:extLst>
                <a:ext uri="{FF2B5EF4-FFF2-40B4-BE49-F238E27FC236}">
                  <a16:creationId xmlns:a16="http://schemas.microsoft.com/office/drawing/2014/main" id="{CFF8075D-03CC-DDD4-332C-F26F61AF7F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DE03B7A5-6E3E-5DC1-6705-A3B82F408C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xmlns=""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480627"/>
            <a:ext cx="4505155" cy="2894495"/>
          </a:xfrm>
        </p:spPr>
        <p:txBody>
          <a:bodyPr anchor="b">
            <a:normAutofit/>
          </a:bodyPr>
          <a:lstStyle>
            <a:lvl1pPr algn="l">
              <a:defRPr sz="4400" b="0"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541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1313" y="3505200"/>
            <a:ext cx="4029859" cy="3001963"/>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1D52A9BE-2A46-4899-C38E-B513CC1AF11E}"/>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97882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9EF1CCA-35D0-41F4-BC3D-AA1679C3E60D}"/>
              </a:ext>
              <a:ext uri="{C183D7F6-B498-43B3-948B-1728B52AA6E4}">
                <adec:decorative xmlns:adec="http://schemas.microsoft.com/office/drawing/2017/decorative" xmlns="" val="1"/>
              </a:ext>
            </a:extLst>
          </p:cNvPr>
          <p:cNvGrpSpPr/>
          <p:nvPr userDrawn="1"/>
        </p:nvGrpSpPr>
        <p:grpSpPr>
          <a:xfrm>
            <a:off x="1276514" y="397442"/>
            <a:ext cx="9619886" cy="6623279"/>
            <a:chOff x="1276514" y="397442"/>
            <a:chExt cx="9619886" cy="6623279"/>
          </a:xfrm>
        </p:grpSpPr>
        <p:grpSp>
          <p:nvGrpSpPr>
            <p:cNvPr id="8" name="Group 7">
              <a:extLst>
                <a:ext uri="{FF2B5EF4-FFF2-40B4-BE49-F238E27FC236}">
                  <a16:creationId xmlns:a16="http://schemas.microsoft.com/office/drawing/2014/main" id="{039112C6-05E1-7A58-F9B3-4ED607F0FEB5}"/>
                </a:ext>
              </a:extLst>
            </p:cNvPr>
            <p:cNvGrpSpPr/>
            <p:nvPr userDrawn="1"/>
          </p:nvGrpSpPr>
          <p:grpSpPr>
            <a:xfrm>
              <a:off x="1276514" y="397442"/>
              <a:ext cx="3028206" cy="3166674"/>
              <a:chOff x="5656746" y="820557"/>
              <a:chExt cx="4120055" cy="4308449"/>
            </a:xfrm>
          </p:grpSpPr>
          <p:pic>
            <p:nvPicPr>
              <p:cNvPr id="9" name="Graphic 8">
                <a:extLst>
                  <a:ext uri="{FF2B5EF4-FFF2-40B4-BE49-F238E27FC236}">
                    <a16:creationId xmlns:a16="http://schemas.microsoft.com/office/drawing/2014/main" id="{580B3039-6990-1E35-87E4-6C581CF7B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0" name="Graphic 9">
                <a:extLst>
                  <a:ext uri="{FF2B5EF4-FFF2-40B4-BE49-F238E27FC236}">
                    <a16:creationId xmlns:a16="http://schemas.microsoft.com/office/drawing/2014/main" id="{37F0331D-9A8D-485F-9469-6B31E3D61C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grpSp>
          <p:nvGrpSpPr>
            <p:cNvPr id="12" name="Group 11">
              <a:extLst>
                <a:ext uri="{FF2B5EF4-FFF2-40B4-BE49-F238E27FC236}">
                  <a16:creationId xmlns:a16="http://schemas.microsoft.com/office/drawing/2014/main" id="{D1BCBEDD-D6D8-B22D-46D2-C061FBDFE326}"/>
                </a:ext>
              </a:extLst>
            </p:cNvPr>
            <p:cNvGrpSpPr/>
            <p:nvPr userDrawn="1"/>
          </p:nvGrpSpPr>
          <p:grpSpPr>
            <a:xfrm>
              <a:off x="6776345" y="2712272"/>
              <a:ext cx="4120055" cy="4308449"/>
              <a:chOff x="5656746" y="820557"/>
              <a:chExt cx="4120055" cy="4308449"/>
            </a:xfrm>
          </p:grpSpPr>
          <p:pic>
            <p:nvPicPr>
              <p:cNvPr id="13" name="Graphic 12">
                <a:extLst>
                  <a:ext uri="{FF2B5EF4-FFF2-40B4-BE49-F238E27FC236}">
                    <a16:creationId xmlns:a16="http://schemas.microsoft.com/office/drawing/2014/main" id="{43D2104B-238A-6958-53E9-4C3CFC4C99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FE1FCD13-2E12-4019-9FCB-3A53D17321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grpSp>
      <p:sp>
        <p:nvSpPr>
          <p:cNvPr id="7" name="Rectangle 6">
            <a:extLst>
              <a:ext uri="{FF2B5EF4-FFF2-40B4-BE49-F238E27FC236}">
                <a16:creationId xmlns:a16="http://schemas.microsoft.com/office/drawing/2014/main" id="{7CEA9FD7-5B24-27A7-2BB5-A937B6A4DA0F}"/>
              </a:ext>
              <a:ext uri="{C183D7F6-B498-43B3-948B-1728B52AA6E4}">
                <adec:decorative xmlns:adec="http://schemas.microsoft.com/office/drawing/2017/decorative" xmlns="" val="1"/>
              </a:ext>
            </a:extLst>
          </p:cNvPr>
          <p:cNvSpPr/>
          <p:nvPr userDrawn="1"/>
        </p:nvSpPr>
        <p:spPr>
          <a:xfrm>
            <a:off x="1038938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C3731B0-8EE6-11A7-D5EB-431792C487D8}"/>
              </a:ext>
              <a:ext uri="{C183D7F6-B498-43B3-948B-1728B52AA6E4}">
                <adec:decorative xmlns:adec="http://schemas.microsoft.com/office/drawing/2017/decorative" xmlns="" val="1"/>
              </a:ext>
            </a:extLst>
          </p:cNvPr>
          <p:cNvSpPr/>
          <p:nvPr userDrawn="1"/>
        </p:nvSpPr>
        <p:spPr>
          <a:xfrm>
            <a:off x="442568" y="0"/>
            <a:ext cx="210812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18745" y="507244"/>
            <a:ext cx="9143999" cy="2162065"/>
          </a:xfrm>
        </p:spPr>
        <p:txBody>
          <a:bodyPr anchor="b">
            <a:normAutofit/>
          </a:bodyPr>
          <a:lstStyle>
            <a:lvl1pPr algn="l">
              <a:defRPr sz="4800" b="1"/>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552700" y="3586281"/>
            <a:ext cx="7086600" cy="2286000"/>
          </a:xfrm>
        </p:spPr>
        <p:txBody>
          <a:bodyPr>
            <a:normAutofit/>
          </a:bodyPr>
          <a:lstStyle>
            <a:lvl1pPr marL="0" indent="0" algn="ctr">
              <a:lnSpc>
                <a:spcPct val="100000"/>
              </a:lnSpc>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Slide Number Placeholder 5">
            <a:extLst>
              <a:ext uri="{FF2B5EF4-FFF2-40B4-BE49-F238E27FC236}">
                <a16:creationId xmlns:a16="http://schemas.microsoft.com/office/drawing/2014/main" id="{0E8AEB78-507E-76A4-533C-B685FBB93E63}"/>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01126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Right 2">
    <p:bg>
      <p:bgPr>
        <a:solidFill>
          <a:schemeClr val="tx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8A07D-9CD9-61E7-5307-509E256E3280}"/>
              </a:ext>
              <a:ext uri="{C183D7F6-B498-43B3-948B-1728B52AA6E4}">
                <adec:decorative xmlns:adec="http://schemas.microsoft.com/office/drawing/2017/decorative" xmlns="" val="1"/>
              </a:ext>
            </a:extLst>
          </p:cNvPr>
          <p:cNvSpPr/>
          <p:nvPr userDrawn="1"/>
        </p:nvSpPr>
        <p:spPr>
          <a:xfrm>
            <a:off x="96819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6D3D556-F10A-EC7C-0757-E00C6BD1151D}"/>
              </a:ext>
              <a:ext uri="{C183D7F6-B498-43B3-948B-1728B52AA6E4}">
                <adec:decorative xmlns:adec="http://schemas.microsoft.com/office/drawing/2017/decorative" xmlns="" val="1"/>
              </a:ext>
            </a:extLst>
          </p:cNvPr>
          <p:cNvSpPr/>
          <p:nvPr userDrawn="1"/>
        </p:nvSpPr>
        <p:spPr>
          <a:xfrm>
            <a:off x="5755612" y="0"/>
            <a:ext cx="39699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0F434F37-A346-4DC3-ACA1-FE0B5DD0A9D0}"/>
              </a:ext>
              <a:ext uri="{C183D7F6-B498-43B3-948B-1728B52AA6E4}">
                <adec:decorative xmlns:adec="http://schemas.microsoft.com/office/drawing/2017/decorative" xmlns="" val="1"/>
              </a:ext>
            </a:extLst>
          </p:cNvPr>
          <p:cNvGrpSpPr/>
          <p:nvPr userDrawn="1"/>
        </p:nvGrpSpPr>
        <p:grpSpPr>
          <a:xfrm>
            <a:off x="1405264" y="1517829"/>
            <a:ext cx="4120055" cy="4308449"/>
            <a:chOff x="5656746" y="820557"/>
            <a:chExt cx="4120055" cy="4308449"/>
          </a:xfrm>
        </p:grpSpPr>
        <p:pic>
          <p:nvPicPr>
            <p:cNvPr id="6" name="Graphic 5">
              <a:extLst>
                <a:ext uri="{FF2B5EF4-FFF2-40B4-BE49-F238E27FC236}">
                  <a16:creationId xmlns:a16="http://schemas.microsoft.com/office/drawing/2014/main" id="{1CD6BFE6-65DF-2EFD-2AB8-EF54AE6ED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5" name="Graphic 14">
              <a:extLst>
                <a:ext uri="{FF2B5EF4-FFF2-40B4-BE49-F238E27FC236}">
                  <a16:creationId xmlns:a16="http://schemas.microsoft.com/office/drawing/2014/main" id="{772A018D-5452-637A-6EFC-8A1C55CE03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21" name="Rectangle 20">
            <a:extLst>
              <a:ext uri="{FF2B5EF4-FFF2-40B4-BE49-F238E27FC236}">
                <a16:creationId xmlns:a16="http://schemas.microsoft.com/office/drawing/2014/main" id="{43AED969-CB3F-45E5-4B56-8D4841A04265}"/>
              </a:ext>
              <a:ext uri="{C183D7F6-B498-43B3-948B-1728B52AA6E4}">
                <adec:decorative xmlns:adec="http://schemas.microsoft.com/office/drawing/2017/decorative" xmlns="" val="1"/>
              </a:ext>
            </a:extLst>
          </p:cNvPr>
          <p:cNvSpPr/>
          <p:nvPr userDrawn="1"/>
        </p:nvSpPr>
        <p:spPr>
          <a:xfrm>
            <a:off x="2653444"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7523" y="750316"/>
            <a:ext cx="5469591" cy="2066052"/>
          </a:xfrm>
        </p:spPr>
        <p:txBody>
          <a:bodyPr anchor="ctr">
            <a:normAutofit/>
          </a:bodyPr>
          <a:lstStyle>
            <a:lvl1pPr algn="l">
              <a:defRPr sz="4400" b="0"/>
            </a:lvl1pPr>
          </a:lstStyle>
          <a:p>
            <a:r>
              <a:rPr lang="en-US" dirty="0"/>
              <a:t>Click to add title</a:t>
            </a:r>
          </a:p>
        </p:txBody>
      </p:sp>
      <p:sp>
        <p:nvSpPr>
          <p:cNvPr id="23" name="Content Placeholder 22">
            <a:extLst>
              <a:ext uri="{FF2B5EF4-FFF2-40B4-BE49-F238E27FC236}">
                <a16:creationId xmlns:a16="http://schemas.microsoft.com/office/drawing/2014/main" id="{5F3BAA8E-44E6-12B3-F690-09AB8C245E99}"/>
              </a:ext>
            </a:extLst>
          </p:cNvPr>
          <p:cNvSpPr>
            <a:spLocks noGrp="1"/>
          </p:cNvSpPr>
          <p:nvPr>
            <p:ph sz="quarter" idx="10" hasCustomPrompt="1"/>
          </p:nvPr>
        </p:nvSpPr>
        <p:spPr>
          <a:xfrm>
            <a:off x="6297703" y="2884989"/>
            <a:ext cx="4768850" cy="3625392"/>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94A042FB-AE91-12A6-1B9A-55AE16FB5340}"/>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28027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Freeform 4">
            <a:extLst>
              <a:ext uri="{FF2B5EF4-FFF2-40B4-BE49-F238E27FC236}">
                <a16:creationId xmlns:a16="http://schemas.microsoft.com/office/drawing/2014/main" id="{FA63973E-7BCA-0A84-9988-670F7B314B7F}"/>
              </a:ext>
              <a:ext uri="{C183D7F6-B498-43B3-948B-1728B52AA6E4}">
                <adec:decorative xmlns:adec="http://schemas.microsoft.com/office/drawing/2017/decorative" xmlns="" val="1"/>
              </a:ext>
            </a:extLst>
          </p:cNvPr>
          <p:cNvSpPr/>
          <p:nvPr userDrawn="1"/>
        </p:nvSpPr>
        <p:spPr>
          <a:xfrm flipH="1">
            <a:off x="1928" y="1925"/>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EF9F5EDC-2D5E-96A7-AAB9-D60B6E1AFB98}"/>
              </a:ext>
              <a:ext uri="{C183D7F6-B498-43B3-948B-1728B52AA6E4}">
                <adec:decorative xmlns:adec="http://schemas.microsoft.com/office/drawing/2017/decorative" xmlns="" val="1"/>
              </a:ext>
            </a:extLst>
          </p:cNvPr>
          <p:cNvSpPr/>
          <p:nvPr userDrawn="1"/>
        </p:nvSpPr>
        <p:spPr>
          <a:xfrm>
            <a:off x="1526699" y="3527"/>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8424DE0-155D-2A3C-788A-5A0C0D9CDADD}"/>
              </a:ext>
              <a:ext uri="{C183D7F6-B498-43B3-948B-1728B52AA6E4}">
                <adec:decorative xmlns:adec="http://schemas.microsoft.com/office/drawing/2017/decorative" xmlns="" val="1"/>
              </a:ext>
            </a:extLst>
          </p:cNvPr>
          <p:cNvSpPr/>
          <p:nvPr userDrawn="1"/>
        </p:nvSpPr>
        <p:spPr>
          <a:xfrm>
            <a:off x="306728" y="275768"/>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3B87C557-55D3-F920-773C-DDD1348C42B8}"/>
              </a:ext>
              <a:ext uri="{C183D7F6-B498-43B3-948B-1728B52AA6E4}">
                <adec:decorative xmlns:adec="http://schemas.microsoft.com/office/drawing/2017/decorative" xmlns="" val="1"/>
              </a:ext>
            </a:extLst>
          </p:cNvPr>
          <p:cNvGrpSpPr/>
          <p:nvPr userDrawn="1"/>
        </p:nvGrpSpPr>
        <p:grpSpPr>
          <a:xfrm>
            <a:off x="72673" y="2714197"/>
            <a:ext cx="4120055" cy="4308449"/>
            <a:chOff x="5656746" y="820557"/>
            <a:chExt cx="4120055" cy="4308449"/>
          </a:xfrm>
        </p:grpSpPr>
        <p:pic>
          <p:nvPicPr>
            <p:cNvPr id="14" name="Graphic 13">
              <a:extLst>
                <a:ext uri="{FF2B5EF4-FFF2-40B4-BE49-F238E27FC236}">
                  <a16:creationId xmlns:a16="http://schemas.microsoft.com/office/drawing/2014/main" id="{1BC0724F-AE42-0E0F-E392-0C3EBB9DD8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6" name="Graphic 15">
              <a:extLst>
                <a:ext uri="{FF2B5EF4-FFF2-40B4-BE49-F238E27FC236}">
                  <a16:creationId xmlns:a16="http://schemas.microsoft.com/office/drawing/2014/main" id="{1B6F6A44-F108-5B62-1638-5680B0204E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0667" y="405113"/>
            <a:ext cx="4505155" cy="6007261"/>
          </a:xfrm>
        </p:spPr>
        <p:txBody>
          <a:bodyPr anchor="ctr">
            <a:normAutofit/>
          </a:bodyPr>
          <a:lstStyle>
            <a:lvl1pPr algn="r">
              <a:defRPr sz="4800" b="1" spc="0" baseline="0"/>
            </a:lvl1pPr>
          </a:lstStyle>
          <a:p>
            <a:r>
              <a:rPr lang="en-US" dirty="0"/>
              <a:t>Click to add title</a:t>
            </a:r>
          </a:p>
        </p:txBody>
      </p:sp>
      <p:sp>
        <p:nvSpPr>
          <p:cNvPr id="21" name="Picture Placeholder 10">
            <a:extLst>
              <a:ext uri="{FF2B5EF4-FFF2-40B4-BE49-F238E27FC236}">
                <a16:creationId xmlns:a16="http://schemas.microsoft.com/office/drawing/2014/main" id="{83A8F0F5-EBCC-860A-B0EE-A7F56BA39A4E}"/>
              </a:ext>
            </a:extLst>
          </p:cNvPr>
          <p:cNvSpPr>
            <a:spLocks noGrp="1"/>
          </p:cNvSpPr>
          <p:nvPr>
            <p:ph type="pic" sz="quarter" idx="11" hasCustomPrompt="1"/>
          </p:nvPr>
        </p:nvSpPr>
        <p:spPr>
          <a:xfrm>
            <a:off x="5876079" y="1748992"/>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6" name="Slide Number Placeholder 5">
            <a:extLst>
              <a:ext uri="{FF2B5EF4-FFF2-40B4-BE49-F238E27FC236}">
                <a16:creationId xmlns:a16="http://schemas.microsoft.com/office/drawing/2014/main" id="{7660224B-09BE-F95F-F2DE-0EA9731AEB88}"/>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640408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Right 3">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xmlns=""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Rectangle 2">
            <a:extLst>
              <a:ext uri="{FF2B5EF4-FFF2-40B4-BE49-F238E27FC236}">
                <a16:creationId xmlns:a16="http://schemas.microsoft.com/office/drawing/2014/main" id="{EBD13AA8-D23C-5C6A-33DF-C454CDF896BD}"/>
              </a:ext>
              <a:ext uri="{C183D7F6-B498-43B3-948B-1728B52AA6E4}">
                <adec:decorative xmlns:adec="http://schemas.microsoft.com/office/drawing/2017/decorative" xmlns="" val="1"/>
              </a:ext>
            </a:extLst>
          </p:cNvPr>
          <p:cNvSpPr/>
          <p:nvPr userDrawn="1"/>
        </p:nvSpPr>
        <p:spPr>
          <a:xfrm>
            <a:off x="11301493"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xmlns=""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xmlns=""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6599930" y="347620"/>
            <a:ext cx="5163939" cy="2474204"/>
          </a:xfrm>
        </p:spPr>
        <p:txBody>
          <a:bodyPr anchor="b">
            <a:normAutofit/>
          </a:bodyPr>
          <a:lstStyle>
            <a:lvl1pPr algn="l">
              <a:defRPr sz="4400" b="0" spc="0" baseline="0"/>
            </a:lvl1pPr>
          </a:lstStyle>
          <a:p>
            <a:endParaRPr lang="en-US" dirty="0"/>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0017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6599930" y="2961187"/>
            <a:ext cx="5163939" cy="3346735"/>
          </a:xfrm>
        </p:spPr>
        <p:txBody>
          <a:bodyPr>
            <a:normAutofit/>
          </a:bodyPr>
          <a:lstStyle>
            <a:lvl1pPr marL="228600" indent="-228600">
              <a:lnSpc>
                <a:spcPct val="100000"/>
              </a:lnSpc>
              <a:spcBef>
                <a:spcPts val="1000"/>
              </a:spcBef>
              <a:buFont typeface="Arial" panose="020B0604020202020204" pitchFamily="34" charset="0"/>
              <a:buChar char="•"/>
              <a:defRPr sz="2000"/>
            </a:lvl1pPr>
            <a:lvl2pPr marL="800100" indent="-228600">
              <a:lnSpc>
                <a:spcPct val="100000"/>
              </a:lnSpc>
              <a:spcBef>
                <a:spcPts val="1000"/>
              </a:spcBef>
              <a:buFont typeface="Arial" panose="020B0604020202020204" pitchFamily="34" charset="0"/>
              <a:buChar char="•"/>
              <a:defRPr sz="1800"/>
            </a:lvl2pPr>
            <a:lvl3pPr marL="1200150" indent="-228600">
              <a:lnSpc>
                <a:spcPct val="100000"/>
              </a:lnSpc>
              <a:spcBef>
                <a:spcPts val="1000"/>
              </a:spcBef>
              <a:buFont typeface="Arial" panose="020B0604020202020204" pitchFamily="34" charset="0"/>
              <a:buChar char="•"/>
              <a:defRPr sz="1600"/>
            </a:lvl3pPr>
            <a:lvl4pPr marL="1657350" indent="-228600">
              <a:lnSpc>
                <a:spcPct val="100000"/>
              </a:lnSpc>
              <a:spcBef>
                <a:spcPts val="1000"/>
              </a:spcBef>
              <a:buFont typeface="Arial" panose="020B0604020202020204" pitchFamily="34" charset="0"/>
              <a:buChar char="•"/>
              <a:defRPr sz="1400"/>
            </a:lvl4pPr>
            <a:lvl5pPr marL="2114550" indent="-228600">
              <a:lnSpc>
                <a:spcPct val="100000"/>
              </a:lnSpc>
              <a:spcBef>
                <a:spcPts val="1000"/>
              </a:spcBef>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63AD0209-DE4E-6825-8F20-EC9CF7FA6A27}"/>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876819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1">
    <p:bg>
      <p:bgPr>
        <a:solidFill>
          <a:schemeClr val="tx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1F6D51D-5B15-9B30-DC19-5F58B30523DC}"/>
              </a:ext>
              <a:ext uri="{C183D7F6-B498-43B3-948B-1728B52AA6E4}">
                <adec:decorative xmlns:adec="http://schemas.microsoft.com/office/drawing/2017/decorative" xmlns="" val="1"/>
              </a:ext>
            </a:extLst>
          </p:cNvPr>
          <p:cNvGrpSpPr/>
          <p:nvPr userDrawn="1"/>
        </p:nvGrpSpPr>
        <p:grpSpPr>
          <a:xfrm>
            <a:off x="837577" y="3429000"/>
            <a:ext cx="3288931" cy="3439321"/>
            <a:chOff x="5656746" y="820557"/>
            <a:chExt cx="4120055" cy="4308449"/>
          </a:xfrm>
        </p:grpSpPr>
        <p:pic>
          <p:nvPicPr>
            <p:cNvPr id="12" name="Graphic 11">
              <a:extLst>
                <a:ext uri="{FF2B5EF4-FFF2-40B4-BE49-F238E27FC236}">
                  <a16:creationId xmlns:a16="http://schemas.microsoft.com/office/drawing/2014/main" id="{A480DA77-F71B-5298-1353-A41A3B4DA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3" name="Graphic 12">
              <a:extLst>
                <a:ext uri="{FF2B5EF4-FFF2-40B4-BE49-F238E27FC236}">
                  <a16:creationId xmlns:a16="http://schemas.microsoft.com/office/drawing/2014/main" id="{90839BC8-89BD-1554-5D44-CDDBE6CA9F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14" name="Rectangle 13">
            <a:extLst>
              <a:ext uri="{FF2B5EF4-FFF2-40B4-BE49-F238E27FC236}">
                <a16:creationId xmlns:a16="http://schemas.microsoft.com/office/drawing/2014/main" id="{21216545-2BDC-F9A0-F675-174EDC926153}"/>
              </a:ext>
              <a:ext uri="{C183D7F6-B498-43B3-948B-1728B52AA6E4}">
                <adec:decorative xmlns:adec="http://schemas.microsoft.com/office/drawing/2017/decorative" xmlns="" val="1"/>
              </a:ext>
            </a:extLst>
          </p:cNvPr>
          <p:cNvSpPr/>
          <p:nvPr userDrawn="1"/>
        </p:nvSpPr>
        <p:spPr>
          <a:xfrm>
            <a:off x="745336"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68970B-8B94-3775-274C-FB844115E429}"/>
              </a:ext>
              <a:ext uri="{C183D7F6-B498-43B3-948B-1728B52AA6E4}">
                <adec:decorative xmlns:adec="http://schemas.microsoft.com/office/drawing/2017/decorative" xmlns="" val="1"/>
              </a:ext>
            </a:extLst>
          </p:cNvPr>
          <p:cNvSpPr/>
          <p:nvPr userDrawn="1"/>
        </p:nvSpPr>
        <p:spPr>
          <a:xfrm>
            <a:off x="492942"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972257-517A-A49E-FA85-ED69B1A60FFB}"/>
              </a:ext>
              <a:ext uri="{C183D7F6-B498-43B3-948B-1728B52AA6E4}">
                <adec:decorative xmlns:adec="http://schemas.microsoft.com/office/drawing/2017/decorative" xmlns="" val="1"/>
              </a:ext>
            </a:extLst>
          </p:cNvPr>
          <p:cNvSpPr/>
          <p:nvPr userDrawn="1"/>
        </p:nvSpPr>
        <p:spPr>
          <a:xfrm>
            <a:off x="11068288"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247067"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434851" y="1825625"/>
            <a:ext cx="4247067" cy="435133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5394AC65-CD3D-69D7-24FB-C82AA429A96F}"/>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8760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2">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D04544E-40BA-0EF3-1D11-F15C7E80D37E}"/>
              </a:ext>
              <a:ext uri="{C183D7F6-B498-43B3-948B-1728B52AA6E4}">
                <adec:decorative xmlns:adec="http://schemas.microsoft.com/office/drawing/2017/decorative" xmlns="" val="1"/>
              </a:ext>
            </a:extLst>
          </p:cNvPr>
          <p:cNvSpPr/>
          <p:nvPr userDrawn="1"/>
        </p:nvSpPr>
        <p:spPr>
          <a:xfrm>
            <a:off x="388356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C06BFA7-94AE-3A18-523D-C688ECFB498E}"/>
              </a:ext>
              <a:ext uri="{C183D7F6-B498-43B3-948B-1728B52AA6E4}">
                <adec:decorative xmlns:adec="http://schemas.microsoft.com/office/drawing/2017/decorative" xmlns="" val="1"/>
              </a:ext>
            </a:extLst>
          </p:cNvPr>
          <p:cNvSpPr/>
          <p:nvPr userDrawn="1"/>
        </p:nvSpPr>
        <p:spPr>
          <a:xfrm>
            <a:off x="3078414"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E5786F04-54BF-9AA6-0B44-DE78BB380D05}"/>
              </a:ext>
              <a:ext uri="{C183D7F6-B498-43B3-948B-1728B52AA6E4}">
                <adec:decorative xmlns:adec="http://schemas.microsoft.com/office/drawing/2017/decorative" xmlns="" val="1"/>
              </a:ext>
            </a:extLst>
          </p:cNvPr>
          <p:cNvGrpSpPr/>
          <p:nvPr userDrawn="1"/>
        </p:nvGrpSpPr>
        <p:grpSpPr>
          <a:xfrm>
            <a:off x="685177" y="2407472"/>
            <a:ext cx="4120055" cy="4308449"/>
            <a:chOff x="5656746" y="820557"/>
            <a:chExt cx="4120055" cy="4308449"/>
          </a:xfrm>
        </p:grpSpPr>
        <p:pic>
          <p:nvPicPr>
            <p:cNvPr id="6" name="Graphic 5">
              <a:extLst>
                <a:ext uri="{FF2B5EF4-FFF2-40B4-BE49-F238E27FC236}">
                  <a16:creationId xmlns:a16="http://schemas.microsoft.com/office/drawing/2014/main" id="{DA2FB764-6719-6FC4-D31C-F96BBA0A6F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7" name="Graphic 6">
              <a:extLst>
                <a:ext uri="{FF2B5EF4-FFF2-40B4-BE49-F238E27FC236}">
                  <a16:creationId xmlns:a16="http://schemas.microsoft.com/office/drawing/2014/main" id="{D87175FD-8DE3-7754-36A9-07FEE388EB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3" y="1825625"/>
            <a:ext cx="3525772" cy="4351338"/>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5149516" y="1733025"/>
            <a:ext cx="6204283" cy="398938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13">
            <a:extLst>
              <a:ext uri="{FF2B5EF4-FFF2-40B4-BE49-F238E27FC236}">
                <a16:creationId xmlns:a16="http://schemas.microsoft.com/office/drawing/2014/main" id="{EDBFC337-301C-C3ED-321C-AB4EF4A10822}"/>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04340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3">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9B0186-5603-6346-34F2-6BFA71BC62FA}"/>
              </a:ext>
              <a:ext uri="{C183D7F6-B498-43B3-948B-1728B52AA6E4}">
                <adec:decorative xmlns:adec="http://schemas.microsoft.com/office/drawing/2017/decorative" xmlns="" val="1"/>
              </a:ext>
            </a:extLst>
          </p:cNvPr>
          <p:cNvGrpSpPr/>
          <p:nvPr userDrawn="1"/>
        </p:nvGrpSpPr>
        <p:grpSpPr>
          <a:xfrm>
            <a:off x="5614738" y="2425699"/>
            <a:ext cx="3288931" cy="3439321"/>
            <a:chOff x="5656746" y="820557"/>
            <a:chExt cx="4120055" cy="4308449"/>
          </a:xfrm>
        </p:grpSpPr>
        <p:pic>
          <p:nvPicPr>
            <p:cNvPr id="13" name="Graphic 12">
              <a:extLst>
                <a:ext uri="{FF2B5EF4-FFF2-40B4-BE49-F238E27FC236}">
                  <a16:creationId xmlns:a16="http://schemas.microsoft.com/office/drawing/2014/main" id="{F76A59AE-96E4-A701-461B-61618472B5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48649D3D-45B7-44C7-93B4-BDC88C32844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15" name="Rectangle 14">
            <a:extLst>
              <a:ext uri="{FF2B5EF4-FFF2-40B4-BE49-F238E27FC236}">
                <a16:creationId xmlns:a16="http://schemas.microsoft.com/office/drawing/2014/main" id="{D987349E-C488-C02B-B3B1-CCDBD3A78E9C}"/>
              </a:ext>
              <a:ext uri="{C183D7F6-B498-43B3-948B-1728B52AA6E4}">
                <adec:decorative xmlns:adec="http://schemas.microsoft.com/office/drawing/2017/decorative" xmlns="" val="1"/>
              </a:ext>
            </a:extLst>
          </p:cNvPr>
          <p:cNvSpPr/>
          <p:nvPr userDrawn="1"/>
        </p:nvSpPr>
        <p:spPr>
          <a:xfrm>
            <a:off x="1524771"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12520" y="1825625"/>
            <a:ext cx="4825294" cy="4651375"/>
          </a:xfrm>
        </p:spPr>
        <p:txBody>
          <a:bodyPr>
            <a:normAutofit/>
          </a:bodyPr>
          <a:lstStyle>
            <a:lvl1pPr>
              <a:spcAft>
                <a:spcPts val="800"/>
              </a:spcAft>
              <a:defRPr sz="2000"/>
            </a:lvl1pPr>
            <a:lvl2pPr marL="457200" indent="0">
              <a:spcAft>
                <a:spcPts val="800"/>
              </a:spcAft>
              <a:buNone/>
              <a:defRPr sz="2000"/>
            </a:lvl2pPr>
            <a:lvl3pPr marL="914400" indent="0">
              <a:spcAft>
                <a:spcPts val="800"/>
              </a:spcAft>
              <a:buNone/>
              <a:defRPr sz="2000"/>
            </a:lvl3pPr>
            <a:lvl4pPr marL="1371600" indent="0">
              <a:spcAft>
                <a:spcPts val="800"/>
              </a:spcAft>
              <a:buNone/>
              <a:defRPr sz="2000"/>
            </a:lvl4pPr>
            <a:lvl5pPr marL="1828800" indent="0">
              <a:spcAft>
                <a:spcPts val="800"/>
              </a:spcAf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696778" y="1813720"/>
            <a:ext cx="4657021" cy="4051300"/>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5F004FE-7725-F349-1245-F443F9E81B95}"/>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64499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F97B6B-1E04-799C-CDFE-9DAFCA938BE8}"/>
              </a:ext>
              <a:ext uri="{C183D7F6-B498-43B3-948B-1728B52AA6E4}">
                <adec:decorative xmlns:adec="http://schemas.microsoft.com/office/drawing/2017/decorative" xmlns="" val="1"/>
              </a:ext>
            </a:extLst>
          </p:cNvPr>
          <p:cNvSpPr/>
          <p:nvPr userDrawn="1"/>
        </p:nvSpPr>
        <p:spPr>
          <a:xfrm>
            <a:off x="10028970" y="13063"/>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111DE0A-4C1D-01B1-AA49-D966343F6551}"/>
              </a:ext>
              <a:ext uri="{C183D7F6-B498-43B3-948B-1728B52AA6E4}">
                <adec:decorative xmlns:adec="http://schemas.microsoft.com/office/drawing/2017/decorative" xmlns="" val="1"/>
              </a:ext>
            </a:extLst>
          </p:cNvPr>
          <p:cNvSpPr/>
          <p:nvPr userDrawn="1"/>
        </p:nvSpPr>
        <p:spPr>
          <a:xfrm>
            <a:off x="3777288" y="0"/>
            <a:ext cx="109162"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BEA20E-0FF2-2897-8BD6-8EFAA8C8D9CB}"/>
              </a:ext>
              <a:ext uri="{C183D7F6-B498-43B3-948B-1728B52AA6E4}">
                <adec:decorative xmlns:adec="http://schemas.microsoft.com/office/drawing/2017/decorative" xmlns="" val="1"/>
              </a:ext>
            </a:extLst>
          </p:cNvPr>
          <p:cNvSpPr/>
          <p:nvPr userDrawn="1"/>
        </p:nvSpPr>
        <p:spPr>
          <a:xfrm>
            <a:off x="10278460"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6" name="Table Placeholder 5">
            <a:extLst>
              <a:ext uri="{FF2B5EF4-FFF2-40B4-BE49-F238E27FC236}">
                <a16:creationId xmlns:a16="http://schemas.microsoft.com/office/drawing/2014/main" id="{E259F776-4BD1-2F21-61F0-3B60DF6F0366}"/>
              </a:ext>
            </a:extLst>
          </p:cNvPr>
          <p:cNvSpPr>
            <a:spLocks noGrp="1"/>
          </p:cNvSpPr>
          <p:nvPr>
            <p:ph type="tbl" sz="quarter" idx="10"/>
          </p:nvPr>
        </p:nvSpPr>
        <p:spPr>
          <a:xfrm>
            <a:off x="838200" y="1825625"/>
            <a:ext cx="10515600" cy="4054475"/>
          </a:xfr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table</a:t>
            </a:r>
          </a:p>
        </p:txBody>
      </p:sp>
      <p:sp>
        <p:nvSpPr>
          <p:cNvPr id="5" name="Slide Number Placeholder 4">
            <a:extLst>
              <a:ext uri="{FF2B5EF4-FFF2-40B4-BE49-F238E27FC236}">
                <a16:creationId xmlns:a16="http://schemas.microsoft.com/office/drawing/2014/main" id="{B22987B8-BA6E-EE2B-BFB9-D52D6D956AF7}"/>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90612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4">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4A07D69-1AF2-A193-316E-DD3803E94269}"/>
              </a:ext>
              <a:ext uri="{C183D7F6-B498-43B3-948B-1728B52AA6E4}">
                <adec:decorative xmlns:adec="http://schemas.microsoft.com/office/drawing/2017/decorative" xmlns="" val="1"/>
              </a:ext>
            </a:extLst>
          </p:cNvPr>
          <p:cNvSpPr/>
          <p:nvPr userDrawn="1"/>
        </p:nvSpPr>
        <p:spPr>
          <a:xfrm>
            <a:off x="56520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4E4D2FA-0049-1792-F6B4-D5FE1EE5A78A}"/>
              </a:ext>
              <a:ext uri="{C183D7F6-B498-43B3-948B-1728B52AA6E4}">
                <adec:decorative xmlns:adec="http://schemas.microsoft.com/office/drawing/2017/decorative" xmlns="" val="1"/>
              </a:ext>
            </a:extLst>
          </p:cNvPr>
          <p:cNvSpPr/>
          <p:nvPr userDrawn="1"/>
        </p:nvSpPr>
        <p:spPr>
          <a:xfrm>
            <a:off x="10392348"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86E6ACF-3879-BE02-100B-2096C22357AB}"/>
              </a:ext>
              <a:ext uri="{C183D7F6-B498-43B3-948B-1728B52AA6E4}">
                <adec:decorative xmlns:adec="http://schemas.microsoft.com/office/drawing/2017/decorative" xmlns="" val="1"/>
              </a:ext>
            </a:extLst>
          </p:cNvPr>
          <p:cNvSpPr/>
          <p:nvPr userDrawn="1"/>
        </p:nvSpPr>
        <p:spPr>
          <a:xfrm>
            <a:off x="764323"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E74699B-D6F0-303E-200A-7017E1842F99}"/>
              </a:ext>
              <a:ext uri="{C183D7F6-B498-43B3-948B-1728B52AA6E4}">
                <adec:decorative xmlns:adec="http://schemas.microsoft.com/office/drawing/2017/decorative" xmlns="" val="1"/>
              </a:ext>
            </a:extLst>
          </p:cNvPr>
          <p:cNvGrpSpPr/>
          <p:nvPr userDrawn="1"/>
        </p:nvGrpSpPr>
        <p:grpSpPr>
          <a:xfrm>
            <a:off x="7506739" y="2603777"/>
            <a:ext cx="4120055" cy="4308449"/>
            <a:chOff x="5656746" y="820557"/>
            <a:chExt cx="4120055" cy="4308449"/>
          </a:xfrm>
        </p:grpSpPr>
        <p:pic>
          <p:nvPicPr>
            <p:cNvPr id="7" name="Graphic 6">
              <a:extLst>
                <a:ext uri="{FF2B5EF4-FFF2-40B4-BE49-F238E27FC236}">
                  <a16:creationId xmlns:a16="http://schemas.microsoft.com/office/drawing/2014/main" id="{9C9E38E0-92AE-5063-B259-A22230AA6A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7260EEF0-1C13-AD9A-0967-0460B979E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xmlns=""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38FE848A-1123-37B6-C43C-5DC49EE0A1D8}"/>
              </a:ext>
            </a:extLst>
          </p:cNvPr>
          <p:cNvSpPr>
            <a:spLocks noGrp="1"/>
          </p:cNvSpPr>
          <p:nvPr>
            <p:ph idx="11" hasCustomPrompt="1"/>
          </p:nvPr>
        </p:nvSpPr>
        <p:spPr>
          <a:xfrm>
            <a:off x="6412173"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a:extLst>
              <a:ext uri="{FF2B5EF4-FFF2-40B4-BE49-F238E27FC236}">
                <a16:creationId xmlns:a16="http://schemas.microsoft.com/office/drawing/2014/main" id="{0FB0C591-7E28-3722-4795-07BFB9ED09CF}"/>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94222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xmlns=""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05312039-7E28-974D-ED1C-90F1E53E9C97}"/>
              </a:ext>
              <a:ext uri="{C183D7F6-B498-43B3-948B-1728B52AA6E4}">
                <adec:decorative xmlns:adec="http://schemas.microsoft.com/office/drawing/2017/decorative" xmlns="" val="1"/>
              </a:ext>
            </a:extLst>
          </p:cNvPr>
          <p:cNvSpPr/>
          <p:nvPr userDrawn="1"/>
        </p:nvSpPr>
        <p:spPr>
          <a:xfrm>
            <a:off x="11301493" y="0"/>
            <a:ext cx="109162"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xmlns=""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xmlns=""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382344"/>
            <a:ext cx="4377767" cy="2719337"/>
          </a:xfrm>
        </p:spPr>
        <p:txBody>
          <a:bodyPr anchor="b">
            <a:normAutofit/>
          </a:bodyPr>
          <a:lstStyle>
            <a:lvl1pPr algn="l">
              <a:defRPr sz="4400" b="1"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1745" y="1751759"/>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9992" y="3340800"/>
            <a:ext cx="4368450" cy="3166331"/>
          </a:xfrm>
        </p:spPr>
        <p:txBody>
          <a:bodyPr>
            <a:normAutofit/>
          </a:bodyPr>
          <a:lstStyle>
            <a:lvl1pPr marL="0" indent="0">
              <a:lnSpc>
                <a:spcPct val="90000"/>
              </a:lnSpc>
              <a:spcBef>
                <a:spcPts val="1000"/>
              </a:spcBef>
              <a:buFont typeface="Arial" panose="020B0604020202020204" pitchFamily="34" charset="0"/>
              <a:buNone/>
              <a:defRPr sz="2000"/>
            </a:lvl1pPr>
            <a:lvl2pPr marL="571500" indent="0">
              <a:lnSpc>
                <a:spcPct val="90000"/>
              </a:lnSpc>
              <a:spcBef>
                <a:spcPts val="1000"/>
              </a:spcBef>
              <a:buFont typeface="Arial" panose="020B0604020202020204" pitchFamily="34" charset="0"/>
              <a:buNone/>
              <a:defRPr sz="1800"/>
            </a:lvl2pPr>
            <a:lvl3pPr marL="971550" indent="0">
              <a:lnSpc>
                <a:spcPct val="90000"/>
              </a:lnSpc>
              <a:spcBef>
                <a:spcPts val="1000"/>
              </a:spcBef>
              <a:buFont typeface="Arial" panose="020B0604020202020204" pitchFamily="34" charset="0"/>
              <a:buNone/>
              <a:defRPr sz="1600"/>
            </a:lvl3pPr>
            <a:lvl4pPr marL="1428750" indent="0">
              <a:lnSpc>
                <a:spcPct val="90000"/>
              </a:lnSpc>
              <a:spcBef>
                <a:spcPts val="1000"/>
              </a:spcBef>
              <a:buFont typeface="Arial" panose="020B0604020202020204" pitchFamily="34" charset="0"/>
              <a:buNone/>
              <a:defRPr sz="1400"/>
            </a:lvl4pPr>
            <a:lvl5pPr marL="1885950" indent="0">
              <a:lnSpc>
                <a:spcPct val="90000"/>
              </a:lnSpc>
              <a:spcBef>
                <a:spcPts val="1000"/>
              </a:spcBef>
              <a:buFont typeface="Arial" panose="020B0604020202020204" pitchFamily="34" charset="0"/>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97304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F284CE42-5F4D-E722-7ABC-852575A3EBA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52FCB7E-A25D-2786-57F4-CAC8C0B7EE0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908020-3841-3809-A971-C013AF1CA4D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6561403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D726-924C-E5EB-B28C-E3B9B44623EE}"/>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8279A287-35CA-B289-525D-D67FB24B3B9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5EB2365-305E-AE99-1CD4-605540C718EB}"/>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007676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dirty="0"/>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a:t>7/14/20XX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xmlns=""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dirty="0"/>
              <a:t>About</a:t>
            </a:r>
          </a:p>
        </p:txBody>
      </p:sp>
    </p:spTree>
    <p:extLst>
      <p:ext uri="{BB962C8B-B14F-4D97-AF65-F5344CB8AC3E}">
        <p14:creationId xmlns:p14="http://schemas.microsoft.com/office/powerpoint/2010/main" val="4932364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1554480"/>
            <a:ext cx="9052560" cy="2377440"/>
          </a:xfrm>
        </p:spPr>
        <p:txBody>
          <a:bodyPr anchor="t">
            <a:noAutofit/>
          </a:bodyPr>
          <a:lstStyle>
            <a:lvl1pPr algn="l">
              <a:defRPr sz="5400" b="1" cap="all" baseline="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1554480" y="4242816"/>
            <a:ext cx="9052560" cy="1188720"/>
          </a:xfrm>
        </p:spPr>
        <p:txBody>
          <a:bodyPr anchor="b">
            <a:normAutofit/>
          </a:bodyPr>
          <a:lstStyle>
            <a:lvl1pPr marL="0" indent="0" algn="r">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sp>
      </p:grpSp>
    </p:spTree>
    <p:extLst>
      <p:ext uri="{BB962C8B-B14F-4D97-AF65-F5344CB8AC3E}">
        <p14:creationId xmlns:p14="http://schemas.microsoft.com/office/powerpoint/2010/main" val="4093921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297680" cy="5760720"/>
          </a:xfrm>
        </p:spPr>
        <p:txBody>
          <a:bodyPr>
            <a:normAutofit/>
          </a:bodyPr>
          <a:lstStyle>
            <a:lvl1pPr>
              <a:defRPr sz="3600" b="1" spc="100" baseline="0"/>
            </a:lvl1pPr>
          </a:lstStyle>
          <a:p>
            <a:r>
              <a:rPr lang="en-US" dirty="0"/>
              <a:t>Click to edit Master title style</a:t>
            </a:r>
          </a:p>
        </p:txBody>
      </p:sp>
      <p:sp>
        <p:nvSpPr>
          <p:cNvPr id="3" name="Content Placeholder 2"/>
          <p:cNvSpPr>
            <a:spLocks noGrp="1"/>
          </p:cNvSpPr>
          <p:nvPr>
            <p:ph idx="1"/>
          </p:nvPr>
        </p:nvSpPr>
        <p:spPr>
          <a:xfrm>
            <a:off x="6309360" y="685800"/>
            <a:ext cx="5212080" cy="5760720"/>
          </a:xfrm>
        </p:spPr>
        <p:txBody>
          <a:bodyPr/>
          <a:lstStyle>
            <a:lvl1pPr>
              <a:buSzPct val="70000"/>
              <a:defRPr/>
            </a:lvl1pPr>
            <a:lvl3pPr>
              <a:buSzPct val="70000"/>
              <a:defRPr/>
            </a:lvl3pPr>
            <a:lvl5pPr>
              <a:buSzPct val="7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8240027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Section header 0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2871216"/>
            <a:ext cx="9052560" cy="2523744"/>
          </a:xfrm>
        </p:spPr>
        <p:txBody>
          <a:bodyPr anchor="b">
            <a:noAutofit/>
          </a:bodyPr>
          <a:lstStyle>
            <a:lvl1pPr algn="r">
              <a:defRPr sz="5400" cap="all" baseline="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1554480" y="1554480"/>
            <a:ext cx="9052560" cy="1097280"/>
          </a:xfrm>
        </p:spPr>
        <p:txBody>
          <a:bodyPr>
            <a:normAutofit/>
          </a:bodyPr>
          <a:lstStyle>
            <a:lvl1pPr marL="0" indent="0" algn="l">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sp>
      </p:grpSp>
    </p:spTree>
    <p:extLst>
      <p:ext uri="{BB962C8B-B14F-4D97-AF65-F5344CB8AC3E}">
        <p14:creationId xmlns:p14="http://schemas.microsoft.com/office/powerpoint/2010/main" val="21323957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header 0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731520"/>
            <a:ext cx="5261776" cy="3200400"/>
          </a:xfrm>
        </p:spPr>
        <p:txBody>
          <a:bodyPr anchor="b">
            <a:normAutofit/>
          </a:bodyPr>
          <a:lstStyle>
            <a:lvl1pPr algn="l">
              <a:defRPr sz="5400" cap="all" baseline="0">
                <a:solidFill>
                  <a:schemeClr val="tx2"/>
                </a:solidFill>
              </a:defRPr>
            </a:lvl1pPr>
          </a:lstStyle>
          <a:p>
            <a:endParaRPr lang="en-US" dirty="0"/>
          </a:p>
        </p:txBody>
      </p:sp>
      <p:sp>
        <p:nvSpPr>
          <p:cNvPr id="3" name="Subtitle 2"/>
          <p:cNvSpPr>
            <a:spLocks noGrp="1"/>
          </p:cNvSpPr>
          <p:nvPr>
            <p:ph type="subTitle" idx="1"/>
          </p:nvPr>
        </p:nvSpPr>
        <p:spPr>
          <a:xfrm>
            <a:off x="731519" y="3956278"/>
            <a:ext cx="5261775" cy="2167128"/>
          </a:xfrm>
        </p:spPr>
        <p:txBody>
          <a:bodyPr>
            <a:normAutofit/>
          </a:bodyPr>
          <a:lstStyle>
            <a:lvl1pPr marL="0" indent="0" algn="l">
              <a:lnSpc>
                <a:spcPct val="112000"/>
              </a:lnSpc>
              <a:spcBef>
                <a:spcPts val="0"/>
              </a:spcBef>
              <a:spcAft>
                <a:spcPts val="0"/>
              </a:spcAft>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8" name="Picture Placeholder 7">
            <a:extLst>
              <a:ext uri="{FF2B5EF4-FFF2-40B4-BE49-F238E27FC236}">
                <a16:creationId xmlns:a16="http://schemas.microsoft.com/office/drawing/2014/main" id="{65ED42FA-5CCA-F252-5E46-7B0091BCC814}"/>
              </a:ext>
            </a:extLst>
          </p:cNvPr>
          <p:cNvSpPr>
            <a:spLocks noGrp="1"/>
          </p:cNvSpPr>
          <p:nvPr>
            <p:ph type="pic" sz="quarter" idx="10"/>
          </p:nvPr>
        </p:nvSpPr>
        <p:spPr>
          <a:xfrm>
            <a:off x="6089904" y="768096"/>
            <a:ext cx="4480560" cy="4498848"/>
          </a:xfrm>
        </p:spPr>
        <p:txBody>
          <a:bodyPr/>
          <a:lstStyle>
            <a:lvl1pPr marL="0" indent="0">
              <a:buNone/>
              <a:defRPr/>
            </a:lvl1pPr>
          </a:lstStyle>
          <a:p>
            <a:endParaRPr lang="en-US" dirty="0"/>
          </a:p>
        </p:txBody>
      </p:sp>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1"/>
          </a:solidFill>
          <a:ln w="0">
            <a:noFill/>
            <a:prstDash val="solid"/>
            <a:round/>
            <a:headEnd/>
            <a:tailEnd/>
          </a:ln>
        </p:spPr>
      </p:sp>
    </p:spTree>
    <p:extLst>
      <p:ext uri="{BB962C8B-B14F-4D97-AF65-F5344CB8AC3E}">
        <p14:creationId xmlns:p14="http://schemas.microsoft.com/office/powerpoint/2010/main" val="120450585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2377440"/>
          </a:xfrm>
        </p:spPr>
        <p:txBody>
          <a:bodyPr>
            <a:normAutofit/>
          </a:bodyPr>
          <a:lstStyle>
            <a:lvl1pPr>
              <a:defRPr sz="3600" b="1" spc="100" baseline="0"/>
            </a:lvl1pPr>
          </a:lstStyle>
          <a:p>
            <a:r>
              <a:rPr lang="en-US" dirty="0"/>
              <a:t>Click to edit Master title style</a:t>
            </a:r>
          </a:p>
        </p:txBody>
      </p:sp>
      <p:sp>
        <p:nvSpPr>
          <p:cNvPr id="3" name="Content Placeholder 2"/>
          <p:cNvSpPr>
            <a:spLocks noGrp="1"/>
          </p:cNvSpPr>
          <p:nvPr>
            <p:ph idx="1"/>
          </p:nvPr>
        </p:nvSpPr>
        <p:spPr>
          <a:xfrm>
            <a:off x="6309360" y="685800"/>
            <a:ext cx="5212080" cy="2377440"/>
          </a:xfrm>
        </p:spPr>
        <p:txBody>
          <a:bodyPr/>
          <a:lstStyle>
            <a:lvl1pPr>
              <a:buSzPct val="70000"/>
              <a:defRPr/>
            </a:lvl1pPr>
            <a:lvl3pPr>
              <a:buSzPct val="70000"/>
              <a:defRPr/>
            </a:lvl3pPr>
            <a:lvl5pPr>
              <a:buSzPct val="7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B895DBE8-6B89-8EA5-868B-87356D3FAF85}"/>
              </a:ext>
            </a:extLst>
          </p:cNvPr>
          <p:cNvSpPr>
            <a:spLocks noGrp="1"/>
          </p:cNvSpPr>
          <p:nvPr>
            <p:ph idx="13"/>
          </p:nvPr>
        </p:nvSpPr>
        <p:spPr>
          <a:xfrm>
            <a:off x="1371600" y="3209544"/>
            <a:ext cx="10204704" cy="3227832"/>
          </a:xfrm>
        </p:spPr>
        <p:txBody>
          <a:bodyPr/>
          <a:lstStyle>
            <a:lvl1pPr>
              <a:buSzPct val="70000"/>
              <a:defRPr/>
            </a:lvl1pPr>
            <a:lvl3pPr>
              <a:buSzPct val="70000"/>
              <a:defRPr/>
            </a:lvl3pPr>
            <a:lvl5pPr>
              <a:buSzPct val="7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5297236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9360" y="685800"/>
            <a:ext cx="5212080" cy="2103120"/>
          </a:xfrm>
        </p:spPr>
        <p:txBody>
          <a:bodyPr anchor="b">
            <a:normAutofit/>
          </a:bodyPr>
          <a:lstStyle>
            <a:lvl1pPr>
              <a:defRPr sz="3600" b="1" spc="100" baseline="0"/>
            </a:lvl1pPr>
          </a:lstStyle>
          <a:p>
            <a:r>
              <a:rPr lang="en-US" dirty="0"/>
              <a:t>Click to edit Master title style</a:t>
            </a:r>
          </a:p>
        </p:txBody>
      </p:sp>
      <p:sp>
        <p:nvSpPr>
          <p:cNvPr id="8" name="Picture Placeholder 7">
            <a:extLst>
              <a:ext uri="{FF2B5EF4-FFF2-40B4-BE49-F238E27FC236}">
                <a16:creationId xmlns:a16="http://schemas.microsoft.com/office/drawing/2014/main" id="{06D8770C-634E-CA21-85DC-41D4395BF528}"/>
              </a:ext>
            </a:extLst>
          </p:cNvPr>
          <p:cNvSpPr>
            <a:spLocks noGrp="1"/>
          </p:cNvSpPr>
          <p:nvPr>
            <p:ph type="pic" sz="quarter" idx="13"/>
          </p:nvPr>
        </p:nvSpPr>
        <p:spPr>
          <a:xfrm>
            <a:off x="1371600" y="768096"/>
            <a:ext cx="3776472" cy="5340096"/>
          </a:xfrm>
        </p:spPr>
        <p:txBody>
          <a:bodyPr/>
          <a:lstStyle>
            <a:lvl1pPr marL="0" indent="0">
              <a:buNone/>
              <a:defRPr/>
            </a:lvl1pPr>
          </a:lstStyle>
          <a:p>
            <a:endParaRPr lang="en-US" dirty="0"/>
          </a:p>
        </p:txBody>
      </p:sp>
      <p:sp>
        <p:nvSpPr>
          <p:cNvPr id="3" name="Content Placeholder 2"/>
          <p:cNvSpPr>
            <a:spLocks noGrp="1"/>
          </p:cNvSpPr>
          <p:nvPr>
            <p:ph idx="1"/>
          </p:nvPr>
        </p:nvSpPr>
        <p:spPr>
          <a:xfrm>
            <a:off x="6309360" y="2999232"/>
            <a:ext cx="5212080" cy="3310128"/>
          </a:xfrm>
        </p:spPr>
        <p:txBody>
          <a:bodyPr/>
          <a:lstStyle>
            <a:lvl1pPr>
              <a:buSzPct val="70000"/>
              <a:defRPr/>
            </a:lvl1pPr>
            <a:lvl3pPr>
              <a:buSzPct val="70000"/>
              <a:defRPr/>
            </a:lvl3pPr>
            <a:lvl5pPr>
              <a:buSzPct val="7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6518127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5760720"/>
          </a:xfrm>
        </p:spPr>
        <p:txBody>
          <a:bodyPr>
            <a:normAutofit/>
          </a:bodyPr>
          <a:lstStyle>
            <a:lvl1pPr>
              <a:defRPr sz="3600" b="1" spc="100" baseline="0"/>
            </a:lvl1pPr>
          </a:lstStyle>
          <a:p>
            <a:r>
              <a:rPr lang="en-US" dirty="0"/>
              <a:t>Click to edit Master title style</a:t>
            </a:r>
          </a:p>
        </p:txBody>
      </p:sp>
      <p:sp>
        <p:nvSpPr>
          <p:cNvPr id="3" name="Content Placeholder 2"/>
          <p:cNvSpPr>
            <a:spLocks noGrp="1"/>
          </p:cNvSpPr>
          <p:nvPr>
            <p:ph idx="1"/>
          </p:nvPr>
        </p:nvSpPr>
        <p:spPr>
          <a:xfrm>
            <a:off x="6309360" y="685800"/>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2CFB8D5A-7E59-4AEA-3F66-398413304E12}"/>
              </a:ext>
            </a:extLst>
          </p:cNvPr>
          <p:cNvSpPr>
            <a:spLocks noGrp="1"/>
          </p:cNvSpPr>
          <p:nvPr>
            <p:ph idx="13"/>
          </p:nvPr>
        </p:nvSpPr>
        <p:spPr>
          <a:xfrm>
            <a:off x="6309360" y="3637722"/>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3683427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10149840" cy="1645920"/>
          </a:xfrm>
        </p:spPr>
        <p:txBody>
          <a:bodyPr>
            <a:normAutofit/>
          </a:bodyPr>
          <a:lstStyle>
            <a:lvl1pPr>
              <a:defRPr sz="3600" b="1" spc="100" baseline="0"/>
            </a:lvl1pPr>
          </a:lstStyle>
          <a:p>
            <a:r>
              <a:rPr lang="en-US" dirty="0"/>
              <a:t>Click to edit Master title style</a:t>
            </a:r>
          </a:p>
        </p:txBody>
      </p:sp>
      <p:sp>
        <p:nvSpPr>
          <p:cNvPr id="7" name="Content Placeholder 2">
            <a:extLst>
              <a:ext uri="{FF2B5EF4-FFF2-40B4-BE49-F238E27FC236}">
                <a16:creationId xmlns:a16="http://schemas.microsoft.com/office/drawing/2014/main" id="{B895DBE8-6B89-8EA5-868B-87356D3FAF85}"/>
              </a:ext>
            </a:extLst>
          </p:cNvPr>
          <p:cNvSpPr>
            <a:spLocks noGrp="1"/>
          </p:cNvSpPr>
          <p:nvPr>
            <p:ph idx="13"/>
          </p:nvPr>
        </p:nvSpPr>
        <p:spPr>
          <a:xfrm>
            <a:off x="1426464" y="2743200"/>
            <a:ext cx="10149840" cy="3456432"/>
          </a:xfrm>
        </p:spPr>
        <p:txBody>
          <a:bodyPr/>
          <a:lstStyle>
            <a:lvl1pPr>
              <a:buSzPct val="70000"/>
              <a:defRPr/>
            </a:lvl1pPr>
            <a:lvl3pPr>
              <a:buSzPct val="70000"/>
              <a:defRPr/>
            </a:lvl3pPr>
            <a:lvl5pPr>
              <a:buSzPct val="7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4672066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ection header 0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4480" y="1554480"/>
            <a:ext cx="5577840" cy="3840480"/>
          </a:xfrm>
        </p:spPr>
        <p:txBody>
          <a:bodyPr anchor="t">
            <a:noAutofit/>
          </a:bodyPr>
          <a:lstStyle>
            <a:lvl1pPr algn="l">
              <a:defRPr sz="5400" cap="all" baseline="0">
                <a:solidFill>
                  <a:schemeClr val="tx2"/>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65ED42FA-5CCA-F252-5E46-7B0091BCC814}"/>
              </a:ext>
            </a:extLst>
          </p:cNvPr>
          <p:cNvSpPr>
            <a:spLocks noGrp="1"/>
          </p:cNvSpPr>
          <p:nvPr>
            <p:ph type="pic" sz="quarter" idx="10"/>
          </p:nvPr>
        </p:nvSpPr>
        <p:spPr>
          <a:xfrm>
            <a:off x="7653528" y="768096"/>
            <a:ext cx="3776472" cy="5340096"/>
          </a:xfrm>
        </p:spPr>
        <p:txBody>
          <a:bodyPr/>
          <a:lstStyle>
            <a:lvl1pPr marL="0" indent="0">
              <a:buNone/>
              <a:defRPr/>
            </a:lvl1pPr>
          </a:lstStyle>
          <a:p>
            <a:endParaRPr lang="en-US" dirty="0"/>
          </a:p>
        </p:txBody>
      </p:sp>
      <p:sp>
        <p:nvSpPr>
          <p:cNvPr id="4" name="Freeform 6">
            <a:extLst>
              <a:ext uri="{FF2B5EF4-FFF2-40B4-BE49-F238E27FC236}">
                <a16:creationId xmlns:a16="http://schemas.microsoft.com/office/drawing/2014/main" id="{6EBE1C39-C107-91D5-DD19-349AD1A9DEAD}"/>
              </a:ext>
            </a:extLst>
          </p:cNvPr>
          <p:cNvSpPr/>
          <p:nvPr userDrawn="1"/>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1"/>
          </a:solidFill>
          <a:ln w="0">
            <a:noFill/>
            <a:prstDash val="solid"/>
            <a:round/>
            <a:headEnd/>
            <a:tailEnd/>
          </a:ln>
        </p:spPr>
      </p:sp>
    </p:spTree>
    <p:extLst>
      <p:ext uri="{BB962C8B-B14F-4D97-AF65-F5344CB8AC3E}">
        <p14:creationId xmlns:p14="http://schemas.microsoft.com/office/powerpoint/2010/main" val="103732567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4663440" cy="5760720"/>
          </a:xfrm>
        </p:spPr>
        <p:txBody>
          <a:bodyPr>
            <a:normAutofit/>
          </a:bodyPr>
          <a:lstStyle>
            <a:lvl1pPr>
              <a:defRPr sz="3600" b="1" spc="100" baseline="0"/>
            </a:lvl1pPr>
          </a:lstStyle>
          <a:p>
            <a:r>
              <a:rPr lang="en-US" dirty="0"/>
              <a:t>Click to edit Master title style</a:t>
            </a:r>
          </a:p>
        </p:txBody>
      </p:sp>
      <p:sp>
        <p:nvSpPr>
          <p:cNvPr id="3" name="Content Placeholder 2"/>
          <p:cNvSpPr>
            <a:spLocks noGrp="1"/>
          </p:cNvSpPr>
          <p:nvPr>
            <p:ph idx="1"/>
          </p:nvPr>
        </p:nvSpPr>
        <p:spPr>
          <a:xfrm>
            <a:off x="6309360" y="685800"/>
            <a:ext cx="5212080" cy="2651760"/>
          </a:xfrm>
        </p:spPr>
        <p:txBody>
          <a:bodyPr/>
          <a:lstStyle>
            <a:lvl1pPr marL="0" indent="0">
              <a:buSzPct val="70000"/>
              <a:buNone/>
              <a:defRPr/>
            </a:lvl1pPr>
            <a:lvl2pPr marL="384048" indent="-384048">
              <a:buSzPct val="70000"/>
              <a:buFont typeface="Franklin Gothic Book" panose="020B0503020102020204" pitchFamily="34" charset="0"/>
              <a:buChar char="■"/>
              <a:defRPr/>
            </a:lvl2pPr>
            <a:lvl3pPr marL="914400" indent="-384048">
              <a:buSzPct val="70000"/>
              <a:buFont typeface="Franklin Gothic Book" panose="020B0503020102020204" pitchFamily="34" charset="0"/>
              <a:buChar char="–"/>
              <a:defRPr/>
            </a:lvl3pPr>
            <a:lvl4pPr marL="1371600" indent="-384048">
              <a:buSzPct val="70000"/>
              <a:buFont typeface="Franklin Gothic Book" panose="020B0503020102020204" pitchFamily="34" charset="0"/>
              <a:buChar char="■"/>
              <a:defRPr/>
            </a:lvl4pPr>
            <a:lvl5pPr marL="1828800" indent="-384048">
              <a:buSzPct val="70000"/>
              <a:buFont typeface="Franklin Gothic Book" panose="020B05030201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2CFB8D5A-7E59-4AEA-3F66-398413304E12}"/>
              </a:ext>
            </a:extLst>
          </p:cNvPr>
          <p:cNvSpPr>
            <a:spLocks noGrp="1"/>
          </p:cNvSpPr>
          <p:nvPr>
            <p:ph idx="13"/>
          </p:nvPr>
        </p:nvSpPr>
        <p:spPr>
          <a:xfrm>
            <a:off x="6309360" y="3637722"/>
            <a:ext cx="5212080" cy="2651760"/>
          </a:xfrm>
        </p:spPr>
        <p:txBody>
          <a:bodyPr/>
          <a:lstStyle>
            <a:lvl1pPr marL="512064" indent="-512064">
              <a:buSzPct val="100000"/>
              <a:buFont typeface="+mj-lt"/>
              <a:buAutoNum type="arabicPeriod"/>
              <a:defRPr/>
            </a:lvl1pPr>
            <a:lvl2pPr marL="1170432" indent="-457200">
              <a:buSzPct val="100000"/>
              <a:buFont typeface="+mj-lt"/>
              <a:buAutoNum type="alphaLcPeriod"/>
              <a:defRPr/>
            </a:lvl2pPr>
            <a:lvl3pPr marL="1645920" indent="-384048">
              <a:buSzPct val="70000"/>
              <a:buFont typeface="+mj-lt"/>
              <a:buAutoNum type="romanLcPeriod"/>
              <a:defRPr/>
            </a:lvl3pPr>
            <a:lvl4pPr marL="2103120" indent="-384048">
              <a:buSzPct val="70000"/>
              <a:buFont typeface="+mj-lt"/>
              <a:buAutoNum type="arabicParenR"/>
              <a:defRPr/>
            </a:lvl4pPr>
            <a:lvl5pPr marL="2743200" indent="-384048">
              <a:buSzPct val="70000"/>
              <a:buFont typeface="+mj-lt"/>
              <a:buAutoNum type="alphaLcParen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7B41ED8-AC2E-4560-8CC9-E6292DDF25B6}" type="datetime1">
              <a:rPr lang="en-US" smtClean="0"/>
              <a:t>3/11/2025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7136950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1164FD9-A200-1A27-7217-47AF9DF9F598}"/>
              </a:ext>
            </a:extLst>
          </p:cNvPr>
          <p:cNvSpPr>
            <a:spLocks noGrp="1"/>
          </p:cNvSpPr>
          <p:nvPr>
            <p:ph type="ctrTitle"/>
          </p:nvPr>
        </p:nvSpPr>
        <p:spPr>
          <a:xfrm>
            <a:off x="1554480" y="1554480"/>
            <a:ext cx="9052560" cy="2377440"/>
          </a:xfrm>
        </p:spPr>
        <p:txBody>
          <a:bodyPr anchor="b">
            <a:noAutofit/>
          </a:bodyPr>
          <a:lstStyle>
            <a:lvl1pPr algn="ctr">
              <a:defRPr sz="5400" b="1" cap="all" baseline="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1527048" y="4069080"/>
            <a:ext cx="9144000" cy="1371600"/>
          </a:xfrm>
        </p:spPr>
        <p:txBody>
          <a:bodyPr>
            <a:normAutofit/>
          </a:bodyPr>
          <a:lstStyle>
            <a:lvl1pPr marL="0" indent="0" algn="ctr">
              <a:lnSpc>
                <a:spcPct val="112000"/>
              </a:lnSpc>
              <a:spcBef>
                <a:spcPts val="40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oup 6"/>
          <p:cNvGrpSpPr/>
          <p:nvPr/>
        </p:nvGrpSpPr>
        <p:grpSpPr>
          <a:xfrm>
            <a:off x="752858" y="744469"/>
            <a:ext cx="10674117" cy="5349671"/>
            <a:chOff x="752858" y="744469"/>
            <a:chExt cx="10674117" cy="5349671"/>
          </a:xfrm>
          <a:solidFill>
            <a:schemeClr val="tx1"/>
          </a:solidFill>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grp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grpFill/>
            <a:ln w="0">
              <a:noFill/>
              <a:prstDash val="solid"/>
              <a:round/>
              <a:headEnd/>
              <a:tailEnd/>
            </a:ln>
          </p:spPr>
        </p:sp>
      </p:grpSp>
    </p:spTree>
    <p:extLst>
      <p:ext uri="{BB962C8B-B14F-4D97-AF65-F5344CB8AC3E}">
        <p14:creationId xmlns:p14="http://schemas.microsoft.com/office/powerpoint/2010/main" val="942179544"/>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79726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dirty="0"/>
              <a:t>Click to edit Master text styles</a:t>
            </a:r>
          </a:p>
          <a:p>
            <a:pPr lvl="1"/>
            <a:r>
              <a:rPr lang="en-US" dirty="0"/>
              <a:t>Second level</a:t>
            </a:r>
          </a:p>
          <a:p>
            <a:pPr lvl="2"/>
            <a:endParaRPr lang="en-PK" dirty="0"/>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21324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96567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842180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91352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20697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15843633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91329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2212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281368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dirty="0"/>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288533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dirty="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0998576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582836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5007515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37677986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37809744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562104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dirty="0"/>
              <a:t>Click to edit Master text styles</a:t>
            </a:r>
          </a:p>
          <a:p>
            <a:pPr lvl="1"/>
            <a:r>
              <a:rPr lang="en-US" dirty="0"/>
              <a:t>Second level</a:t>
            </a:r>
          </a:p>
          <a:p>
            <a:pPr lvl="2"/>
            <a:endParaRPr lang="en-PK" dirty="0"/>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002653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21872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two column dar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801263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two column ligh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05139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dark ban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45074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ree content on the lef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408031345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wo content on the righ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9075889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ntent on the right dark">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64140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6521205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dirty="0"/>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411864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dirty="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451016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00274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73063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405949494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16617297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xmlns=""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4309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B7EC4C7D-9F32-3DD5-0898-0A64AB3E48C2}"/>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3CD56122-AE93-63D3-9B51-14AA353EC027}"/>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80B457C0-C5F0-38B3-A5A4-4CF83DA5DCA9}"/>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A608DDE2-7690-8BBF-1E41-BF40F26AF191}"/>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4A70176D-1CA9-F362-DA0D-140ADC80AB78}"/>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0B557568-DAFA-B892-D220-F9088C6909A3}"/>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5920ECF3-A4B7-A9A1-C23F-56EDD775AC7B}"/>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7" name="Text Placeholder 7">
            <a:extLst>
              <a:ext uri="{FF2B5EF4-FFF2-40B4-BE49-F238E27FC236}">
                <a16:creationId xmlns:a16="http://schemas.microsoft.com/office/drawing/2014/main" id="{0A92B7FF-F522-FFD6-3A37-5C7F5CB3AE4D}"/>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8" name="Text Placeholder 12">
            <a:extLst>
              <a:ext uri="{FF2B5EF4-FFF2-40B4-BE49-F238E27FC236}">
                <a16:creationId xmlns:a16="http://schemas.microsoft.com/office/drawing/2014/main" id="{718010FC-71DC-C4A0-BBE6-35E03F05FE2E}"/>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2512EE29-359B-8558-2A40-DB8D4D256652}"/>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30" name="Text Placeholder 12">
            <a:extLst>
              <a:ext uri="{FF2B5EF4-FFF2-40B4-BE49-F238E27FC236}">
                <a16:creationId xmlns:a16="http://schemas.microsoft.com/office/drawing/2014/main" id="{70CCBBEB-A224-6D89-748B-8053ED48B25A}"/>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389517092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21444234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960681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07893585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414856378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xmlns=""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xmlns=""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3341613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xmlns=""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8566816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16002286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639510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8201797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258410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4615828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xmlns=""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xmlns=""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3685710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xmlns=""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802654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theme" Target="../theme/theme4.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theme" Target="../theme/theme5.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6" Type="http://schemas.openxmlformats.org/officeDocument/2006/relationships/theme" Target="../theme/theme6.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6">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3/11/2025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18754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145255"/>
            <a:ext cx="2743200" cy="365125"/>
          </a:xfrm>
          <a:prstGeom prst="rect">
            <a:avLst/>
          </a:prstGeom>
        </p:spPr>
        <p:txBody>
          <a:bodyPr vert="horz" lIns="91440" tIns="45720" rIns="91440" bIns="45720" rtlCol="0" anchor="ctr"/>
          <a:lstStyle>
            <a:lvl1pPr algn="l">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0922000" y="6145255"/>
            <a:ext cx="845114" cy="365125"/>
          </a:xfrm>
          <a:prstGeom prst="rect">
            <a:avLst/>
          </a:prstGeom>
        </p:spPr>
        <p:txBody>
          <a:bodyPr vert="horz" lIns="91440" tIns="45720" rIns="91440" bIns="45720" rtlCol="0" anchor="ctr"/>
          <a:lstStyle>
            <a:lvl1pPr algn="r">
              <a:defRPr sz="1200">
                <a:solidFill>
                  <a:schemeClr val="bg1"/>
                </a:solidFill>
              </a:defRPr>
            </a:lvl1p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51AFD02D-325A-F2A8-9A62-D6D0AF0693E9}"/>
              </a:ext>
            </a:extLst>
          </p:cNvPr>
          <p:cNvSpPr>
            <a:spLocks noGrp="1"/>
          </p:cNvSpPr>
          <p:nvPr>
            <p:ph type="ftr" sz="quarter" idx="3"/>
          </p:nvPr>
        </p:nvSpPr>
        <p:spPr>
          <a:xfrm>
            <a:off x="4038600" y="6145255"/>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Tree>
    <p:extLst>
      <p:ext uri="{BB962C8B-B14F-4D97-AF65-F5344CB8AC3E}">
        <p14:creationId xmlns:p14="http://schemas.microsoft.com/office/powerpoint/2010/main" val="227324894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00000"/>
        </a:lnSpc>
        <a:spcBef>
          <a:spcPts val="10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00000"/>
        </a:lnSpc>
        <a:spcBef>
          <a:spcPts val="10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00000"/>
        </a:lnSpc>
        <a:spcBef>
          <a:spcPts val="10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3/11/2025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1566916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sldNum="0" hdr="0" ftr="0" dt="0"/>
  <p:txStyles>
    <p:titleStyle>
      <a:lvl1pPr algn="l" defTabSz="914400" rtl="0" eaLnBrk="1" latinLnBrk="0" hangingPunct="1">
        <a:lnSpc>
          <a:spcPct val="89000"/>
        </a:lnSpc>
        <a:spcBef>
          <a:spcPct val="0"/>
        </a:spcBef>
        <a:buNone/>
        <a:defRPr sz="4400" b="1" kern="1200" cap="all" spc="1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2850477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83740447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84929335"/>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png"/><Relationship Id="rId1" Type="http://schemas.openxmlformats.org/officeDocument/2006/relationships/slideLayout" Target="../slideLayouts/slideLayout8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p:cNvGrpSpPr/>
        <p:nvPr/>
      </p:nvGrpSpPr>
      <p:grpSpPr>
        <a:xfrm>
          <a:off x="0" y="0"/>
          <a:ext cx="0" cy="0"/>
          <a:chOff x="0" y="0"/>
          <a:chExt cx="0" cy="0"/>
        </a:xfrm>
      </p:grpSpPr>
      <p:pic>
        <p:nvPicPr>
          <p:cNvPr id="8" name="Picture Placeholder 7" descr="photo of bridge and cables">
            <a:extLst>
              <a:ext uri="{FF2B5EF4-FFF2-40B4-BE49-F238E27FC236}">
                <a16:creationId xmlns:a16="http://schemas.microsoft.com/office/drawing/2014/main" id="{96D6DE01-D902-4482-9C44-25411826C9A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7" name="Title 6">
            <a:extLst>
              <a:ext uri="{FF2B5EF4-FFF2-40B4-BE49-F238E27FC236}">
                <a16:creationId xmlns:a16="http://schemas.microsoft.com/office/drawing/2014/main" id="{9C522CE7-8601-4799-A188-72F4C128D33A}"/>
              </a:ext>
            </a:extLst>
          </p:cNvPr>
          <p:cNvSpPr>
            <a:spLocks noGrp="1"/>
          </p:cNvSpPr>
          <p:nvPr>
            <p:ph type="ctrTitle"/>
          </p:nvPr>
        </p:nvSpPr>
        <p:spPr>
          <a:xfrm>
            <a:off x="838200" y="4636008"/>
            <a:ext cx="9144000" cy="1107959"/>
          </a:xfrm>
        </p:spPr>
        <p:txBody>
          <a:bodyPr anchor="b"/>
          <a:lstStyle/>
          <a:p>
            <a:r>
              <a:rPr lang="en-US" dirty="0" smtClean="0"/>
              <a:t>Sales Forecast</a:t>
            </a:r>
            <a:endParaRPr lang="en-US" dirty="0"/>
          </a:p>
        </p:txBody>
      </p:sp>
      <p:sp>
        <p:nvSpPr>
          <p:cNvPr id="5" name="Text Placeholder 4">
            <a:extLst>
              <a:ext uri="{FF2B5EF4-FFF2-40B4-BE49-F238E27FC236}">
                <a16:creationId xmlns:a16="http://schemas.microsoft.com/office/drawing/2014/main" id="{3B95A575-4944-44FE-8343-886F3F62894C}"/>
              </a:ext>
            </a:extLst>
          </p:cNvPr>
          <p:cNvSpPr>
            <a:spLocks noGrp="1"/>
          </p:cNvSpPr>
          <p:nvPr>
            <p:ph type="body" sz="quarter" idx="13"/>
          </p:nvPr>
        </p:nvSpPr>
        <p:spPr>
          <a:xfrm>
            <a:off x="841248" y="5742432"/>
            <a:ext cx="7953375" cy="457200"/>
          </a:xfrm>
        </p:spPr>
        <p:txBody>
          <a:bodyPr/>
          <a:lstStyle/>
          <a:p>
            <a:r>
              <a:rPr lang="en-US" b="1" dirty="0" smtClean="0"/>
              <a:t>Teboho Maake</a:t>
            </a:r>
            <a:endParaRPr lang="en-US" b="1" dirty="0"/>
          </a:p>
        </p:txBody>
      </p:sp>
    </p:spTree>
    <p:extLst>
      <p:ext uri="{BB962C8B-B14F-4D97-AF65-F5344CB8AC3E}">
        <p14:creationId xmlns:p14="http://schemas.microsoft.com/office/powerpoint/2010/main" val="3784916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photo of person using laptop">
            <a:extLst>
              <a:ext uri="{FF2B5EF4-FFF2-40B4-BE49-F238E27FC236}">
                <a16:creationId xmlns:a16="http://schemas.microsoft.com/office/drawing/2014/main" id="{580459A6-74F1-49C9-B51B-9878E21EB18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230187" y="0"/>
            <a:ext cx="11961813" cy="6858000"/>
          </a:xfrm>
        </p:spPr>
      </p:pic>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838199" y="372862"/>
            <a:ext cx="4106663" cy="949911"/>
          </a:xfrm>
        </p:spPr>
        <p:txBody>
          <a:bodyPr anchor="b" anchorCtr="0"/>
          <a:lstStyle/>
          <a:p>
            <a:r>
              <a:rPr lang="en-US" dirty="0" smtClean="0"/>
              <a:t>Content</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461639" y="1455938"/>
            <a:ext cx="4674240" cy="4551670"/>
          </a:xfrm>
        </p:spPr>
        <p:txBody>
          <a:bodyPr vert="horz" lIns="91440" tIns="45720" rIns="91440" bIns="45720" rtlCol="0" anchor="t">
            <a:normAutofit/>
          </a:bodyPr>
          <a:lstStyle/>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Introduction to the Project</a:t>
            </a: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Data and </a:t>
            </a:r>
            <a:r>
              <a:rPr lang="en-ZA" sz="2400" dirty="0" err="1" smtClean="0">
                <a:latin typeface="Arial" panose="020B0604020202020204" pitchFamily="34" charset="0"/>
                <a:cs typeface="Arial" panose="020B0604020202020204" pitchFamily="34" charset="0"/>
              </a:rPr>
              <a:t>Preprocessing</a:t>
            </a:r>
            <a:endParaRPr lang="en-ZA"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•Key Observations</a:t>
            </a:r>
            <a:endParaRPr lang="en-ZA" sz="2400" dirty="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Methodology and Model </a:t>
            </a:r>
            <a:r>
              <a:rPr lang="en-ZA" sz="2400" dirty="0" smtClean="0">
                <a:latin typeface="Arial" panose="020B0604020202020204" pitchFamily="34" charset="0"/>
                <a:cs typeface="Arial" panose="020B0604020202020204" pitchFamily="34" charset="0"/>
              </a:rPr>
              <a:t>Development</a:t>
            </a:r>
          </a:p>
          <a:p>
            <a:r>
              <a:rPr lang="en-US" sz="2400" dirty="0" smtClean="0">
                <a:latin typeface="Arial" panose="020B0604020202020204" pitchFamily="34" charset="0"/>
                <a:cs typeface="Arial" panose="020B0604020202020204" pitchFamily="34" charset="0"/>
              </a:rPr>
              <a:t>•Model testing</a:t>
            </a:r>
            <a:endParaRPr lang="en-ZA" sz="2400" dirty="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Visual Insights</a:t>
            </a: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Business </a:t>
            </a:r>
            <a:r>
              <a:rPr lang="en-ZA" sz="2400" dirty="0" smtClean="0">
                <a:latin typeface="Arial" panose="020B0604020202020204" pitchFamily="34" charset="0"/>
                <a:cs typeface="Arial" panose="020B0604020202020204" pitchFamily="34" charset="0"/>
              </a:rPr>
              <a:t>Impact</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Challenges and Lessons </a:t>
            </a:r>
            <a:r>
              <a:rPr lang="en-ZA" sz="2400" dirty="0" smtClean="0">
                <a:latin typeface="Arial" panose="020B0604020202020204" pitchFamily="34" charset="0"/>
                <a:cs typeface="Arial" panose="020B0604020202020204" pitchFamily="34" charset="0"/>
              </a:rPr>
              <a:t>Learned</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a:t>
            </a:r>
            <a:r>
              <a:rPr lang="en-ZA" sz="2400" dirty="0">
                <a:latin typeface="Arial" panose="020B0604020202020204" pitchFamily="34" charset="0"/>
                <a:cs typeface="Arial" panose="020B0604020202020204" pitchFamily="34" charset="0"/>
              </a:rPr>
              <a:t>Conclusion and Next Steps</a:t>
            </a:r>
          </a:p>
          <a:p>
            <a:endParaRPr lang="en-US" dirty="0"/>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4038600" y="6356350"/>
            <a:ext cx="4114800" cy="365125"/>
          </a:xfrm>
        </p:spPr>
        <p:txBody>
          <a:bodyPr/>
          <a:lstStyle/>
          <a:p>
            <a:r>
              <a:rPr lang="en-ZA" dirty="0"/>
              <a:t>Pitch deck title</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2</a:t>
            </a:fld>
            <a:endParaRPr lang="en-ZA" dirty="0"/>
          </a:p>
        </p:txBody>
      </p:sp>
      <p:sp>
        <p:nvSpPr>
          <p:cNvPr id="36" name="Text Placeholder 35">
            <a:extLst>
              <a:ext uri="{FF2B5EF4-FFF2-40B4-BE49-F238E27FC236}">
                <a16:creationId xmlns:a16="http://schemas.microsoft.com/office/drawing/2014/main" id="{057CCB72-3874-46DE-9CF8-8C39DE3D264B}"/>
              </a:ext>
            </a:extLst>
          </p:cNvPr>
          <p:cNvSpPr>
            <a:spLocks noGrp="1"/>
          </p:cNvSpPr>
          <p:nvPr>
            <p:ph type="body" sz="quarter" idx="14"/>
          </p:nvPr>
        </p:nvSpPr>
        <p:spPr>
          <a:xfrm flipV="1">
            <a:off x="9070848" y="292963"/>
            <a:ext cx="490402" cy="79899"/>
          </a:xfrm>
        </p:spPr>
        <p:txBody>
          <a:bodyPr/>
          <a:lstStyle/>
          <a:p>
            <a:r>
              <a:rPr lang="en-US" sz="800" dirty="0" smtClean="0">
                <a:latin typeface="Rockwell" panose="02060603020205020403" pitchFamily="18" charset="0"/>
              </a:rPr>
              <a:t>-</a:t>
            </a:r>
            <a:endParaRPr lang="en-US" sz="800" dirty="0">
              <a:latin typeface="Rockwell" panose="02060603020205020403" pitchFamily="18" charset="0"/>
            </a:endParaRPr>
          </a:p>
        </p:txBody>
      </p:sp>
    </p:spTree>
    <p:extLst>
      <p:ext uri="{BB962C8B-B14F-4D97-AF65-F5344CB8AC3E}">
        <p14:creationId xmlns:p14="http://schemas.microsoft.com/office/powerpoint/2010/main" val="3627732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67081"/>
          </a:xfrm>
        </p:spPr>
        <p:txBody>
          <a:bodyPr/>
          <a:lstStyle/>
          <a:p>
            <a:r>
              <a:rPr lang="en-US" dirty="0" smtClean="0"/>
              <a:t>Introduction </a:t>
            </a:r>
            <a:r>
              <a:rPr lang="en-US" dirty="0" err="1" smtClean="0"/>
              <a:t>i</a:t>
            </a:r>
            <a:endParaRPr lang="en-ZA" dirty="0"/>
          </a:p>
        </p:txBody>
      </p:sp>
      <p:sp>
        <p:nvSpPr>
          <p:cNvPr id="3" name="Content Placeholder 2"/>
          <p:cNvSpPr>
            <a:spLocks noGrp="1"/>
          </p:cNvSpPr>
          <p:nvPr>
            <p:ph idx="1"/>
          </p:nvPr>
        </p:nvSpPr>
        <p:spPr>
          <a:xfrm>
            <a:off x="1310262" y="1990794"/>
            <a:ext cx="9603275" cy="3450613"/>
          </a:xfrm>
        </p:spPr>
        <p:txBody>
          <a:bodyPr>
            <a:normAutofit fontScale="92500" lnSpcReduction="20000"/>
          </a:bodyPr>
          <a:lstStyle/>
          <a:p>
            <a:r>
              <a:rPr lang="en-US" b="1" dirty="0" smtClean="0">
                <a:latin typeface="Arial" panose="020B0604020202020204" pitchFamily="34" charset="0"/>
                <a:cs typeface="Arial" panose="020B0604020202020204" pitchFamily="34" charset="0"/>
              </a:rPr>
              <a:t>Background </a:t>
            </a:r>
            <a:r>
              <a:rPr lang="en-US" b="1" dirty="0">
                <a:latin typeface="Arial" panose="020B0604020202020204" pitchFamily="34" charset="0"/>
                <a:cs typeface="Arial" panose="020B0604020202020204" pitchFamily="34" charset="0"/>
              </a:rPr>
              <a:t>&amp; Motivation</a:t>
            </a:r>
          </a:p>
          <a:p>
            <a:r>
              <a:rPr lang="en-US" dirty="0">
                <a:latin typeface="Arial" panose="020B0604020202020204" pitchFamily="34" charset="0"/>
                <a:cs typeface="Arial" panose="020B0604020202020204" pitchFamily="34" charset="0"/>
              </a:rPr>
              <a:t>Sales forecasting is a critical task for retail businesses, helping them optimize inventory, manage supply chains, and maximize revenue. Walmart, one of the largest global retailers, relies on accurate sales predictions to ensure smooth operations across its stores. However, sales patterns are influenced by multiple factors such as seasonality, holidays, economic conditions, and even weather.</a:t>
            </a:r>
          </a:p>
          <a:p>
            <a:r>
              <a:rPr lang="en-US" dirty="0">
                <a:latin typeface="Arial" panose="020B0604020202020204" pitchFamily="34" charset="0"/>
                <a:cs typeface="Arial" panose="020B0604020202020204" pitchFamily="34" charset="0"/>
              </a:rPr>
              <a:t>In this project, we aim to develop a </a:t>
            </a:r>
            <a:r>
              <a:rPr lang="en-US" b="1" dirty="0">
                <a:latin typeface="Arial" panose="020B0604020202020204" pitchFamily="34" charset="0"/>
                <a:cs typeface="Arial" panose="020B0604020202020204" pitchFamily="34" charset="0"/>
              </a:rPr>
              <a:t>machine learning-based sales forecasting model</a:t>
            </a:r>
            <a:r>
              <a:rPr lang="en-US" dirty="0">
                <a:latin typeface="Arial" panose="020B0604020202020204" pitchFamily="34" charset="0"/>
                <a:cs typeface="Arial" panose="020B0604020202020204" pitchFamily="34" charset="0"/>
              </a:rPr>
              <a:t> using Walmart's historical sales data. By leveraging past sales trends and external variables, we can predict future sales and provide actionable insights for better decision-making.</a:t>
            </a:r>
          </a:p>
          <a:p>
            <a:endParaRPr lang="en-ZA" dirty="0"/>
          </a:p>
        </p:txBody>
      </p:sp>
    </p:spTree>
    <p:extLst>
      <p:ext uri="{BB962C8B-B14F-4D97-AF65-F5344CB8AC3E}">
        <p14:creationId xmlns:p14="http://schemas.microsoft.com/office/powerpoint/2010/main" val="1795339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579" y="804520"/>
            <a:ext cx="9603275" cy="76630"/>
          </a:xfrm>
        </p:spPr>
        <p:txBody>
          <a:bodyPr>
            <a:normAutofit fontScale="90000"/>
          </a:bodyPr>
          <a:lstStyle/>
          <a:p>
            <a:r>
              <a:rPr lang="en-US" dirty="0" smtClean="0"/>
              <a:t>Introduction 1i</a:t>
            </a:r>
            <a:endParaRPr lang="en-ZA" dirty="0"/>
          </a:p>
        </p:txBody>
      </p:sp>
      <p:sp>
        <p:nvSpPr>
          <p:cNvPr id="5" name="Rectangle 2"/>
          <p:cNvSpPr>
            <a:spLocks noGrp="1" noChangeArrowheads="1"/>
          </p:cNvSpPr>
          <p:nvPr>
            <p:ph idx="1"/>
          </p:nvPr>
        </p:nvSpPr>
        <p:spPr bwMode="auto">
          <a:xfrm>
            <a:off x="0" y="2010832"/>
            <a:ext cx="12078393" cy="346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Problem Statement</a:t>
            </a: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In the competitive retail industry, inaccurate sales forecasts lead to overstocking (resulting in markdown losses) or understocking (lost sales opportunities). For a giant like Walmart, with thousands of stores and billions in revenue, even small forecasting errors can have significant financial and operational impacts.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Objective</a:t>
            </a: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Develop a predictive model to forecast weekly sales across Walmart stores, leveraging historical data and advanced analytics to improve inventory management and revenue optimization.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Context and Significance</a:t>
            </a: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Retail sales forecasting is a cornerstone of supply chain efficiency. With seasonal </a:t>
            </a:r>
            <a:r>
              <a:rPr kumimoji="0" lang="en-US" altLang="en-US" sz="1800" b="0" i="0" u="none" strike="noStrike" cap="none" normalizeH="0" baseline="0" dirty="0" smtClean="0">
                <a:ln>
                  <a:noFill/>
                </a:ln>
                <a:solidFill>
                  <a:srgbClr val="000000"/>
                </a:solidFill>
                <a:latin typeface="Arial" panose="020B0604020202020204" pitchFamily="34" charset="0"/>
                <a:cs typeface="Arial" panose="020B0604020202020204" pitchFamily="34" charset="0"/>
              </a:rPr>
              <a:t>trends, economic factors, and holiday spikes influencing demand, accurate predictions are vital for strategic planning, customer satisfaction, and cost reduction. This project addresses these challenges using a data-driven approach tailored to Walmart’s diverse store network."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5128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5868141" y="82825"/>
            <a:ext cx="5211191" cy="1342687"/>
          </a:xfrm>
        </p:spPr>
        <p:txBody>
          <a:bodyPr/>
          <a:lstStyle/>
          <a:p>
            <a:r>
              <a:rPr lang="en-US" dirty="0" smtClean="0"/>
              <a:t>Data </a:t>
            </a:r>
            <a:r>
              <a:rPr lang="en-US" dirty="0" smtClean="0">
                <a:latin typeface="Gill Sans MT" panose="020B0502020104020203" pitchFamily="34" charset="0"/>
              </a:rPr>
              <a:t>&amp; </a:t>
            </a:r>
            <a:r>
              <a:rPr lang="en-US" dirty="0" smtClean="0"/>
              <a:t>Preprocessing</a:t>
            </a:r>
            <a:endParaRPr lang="en-US" dirty="0"/>
          </a:p>
        </p:txBody>
      </p:sp>
      <p:pic>
        <p:nvPicPr>
          <p:cNvPr id="7" name="Picture Placeholder 6" descr="Man working on laptop sitting by the window">
            <a:extLst>
              <a:ext uri="{FF2B5EF4-FFF2-40B4-BE49-F238E27FC236}">
                <a16:creationId xmlns:a16="http://schemas.microsoft.com/office/drawing/2014/main" id="{32F765DF-EED6-463B-813A-9D13C1F8490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933630" y="548640"/>
            <a:ext cx="4389120" cy="5760720"/>
          </a:xfrm>
        </p:spPr>
      </p:pic>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4"/>
          </p:nvPr>
        </p:nvSpPr>
        <p:spPr>
          <a:xfrm>
            <a:off x="6153182" y="2093976"/>
            <a:ext cx="5120640" cy="320040"/>
          </a:xfrm>
        </p:spPr>
        <p:txBody>
          <a:bodyPr vert="horz" lIns="91440" tIns="45720" rIns="91440" bIns="45720" rtlCol="0" anchor="t">
            <a:noAutofit/>
          </a:bodyPr>
          <a:lstStyle/>
          <a:p>
            <a:r>
              <a:rPr lang="en-US" sz="2000" dirty="0" smtClean="0"/>
              <a:t>Dataset</a:t>
            </a:r>
            <a:endParaRPr lang="en-US" sz="2000" dirty="0"/>
          </a:p>
        </p:txBody>
      </p:sp>
      <p:sp>
        <p:nvSpPr>
          <p:cNvPr id="21" name="Text Placeholder 20">
            <a:extLst>
              <a:ext uri="{FF2B5EF4-FFF2-40B4-BE49-F238E27FC236}">
                <a16:creationId xmlns:a16="http://schemas.microsoft.com/office/drawing/2014/main" id="{43DDEB93-8628-4CD2-969D-1108E86844B5}"/>
              </a:ext>
            </a:extLst>
          </p:cNvPr>
          <p:cNvSpPr>
            <a:spLocks noGrp="1"/>
          </p:cNvSpPr>
          <p:nvPr>
            <p:ph type="body" sz="quarter" idx="15"/>
          </p:nvPr>
        </p:nvSpPr>
        <p:spPr>
          <a:xfrm>
            <a:off x="6153056" y="2422684"/>
            <a:ext cx="5120640" cy="640080"/>
          </a:xfrm>
        </p:spPr>
        <p:txBody>
          <a:bodyPr>
            <a:normAutofit fontScale="25000" lnSpcReduction="20000"/>
          </a:bodyPr>
          <a:lstStyle/>
          <a:p>
            <a:r>
              <a:rPr lang="en-US" sz="5600" dirty="0" smtClean="0">
                <a:latin typeface="Arial" panose="020B0604020202020204" pitchFamily="34" charset="0"/>
                <a:cs typeface="Arial" panose="020B0604020202020204" pitchFamily="34" charset="0"/>
              </a:rPr>
              <a:t>Walmart sales data (2010-2012) with features: </a:t>
            </a:r>
            <a:r>
              <a:rPr lang="en-US" sz="5600" dirty="0" err="1" smtClean="0">
                <a:latin typeface="Arial" panose="020B0604020202020204" pitchFamily="34" charset="0"/>
                <a:cs typeface="Arial" panose="020B0604020202020204" pitchFamily="34" charset="0"/>
              </a:rPr>
              <a:t>Weekly_sales,Holiday_flag</a:t>
            </a:r>
            <a:r>
              <a:rPr lang="en-US" sz="5600" dirty="0" smtClean="0">
                <a:latin typeface="Arial" panose="020B0604020202020204" pitchFamily="34" charset="0"/>
                <a:cs typeface="Arial" panose="020B0604020202020204" pitchFamily="34" charset="0"/>
              </a:rPr>
              <a:t>, Temperature, </a:t>
            </a:r>
            <a:r>
              <a:rPr lang="en-US" sz="5600" dirty="0" err="1" smtClean="0">
                <a:latin typeface="Arial" panose="020B0604020202020204" pitchFamily="34" charset="0"/>
                <a:cs typeface="Arial" panose="020B0604020202020204" pitchFamily="34" charset="0"/>
              </a:rPr>
              <a:t>Fuel_price</a:t>
            </a:r>
            <a:r>
              <a:rPr lang="en-US" sz="5600" dirty="0" smtClean="0">
                <a:latin typeface="Arial" panose="020B0604020202020204" pitchFamily="34" charset="0"/>
                <a:cs typeface="Arial" panose="020B0604020202020204" pitchFamily="34" charset="0"/>
              </a:rPr>
              <a:t>, Unemployment and date</a:t>
            </a:r>
            <a:endParaRPr lang="en-US" sz="5600" dirty="0">
              <a:latin typeface="Arial" panose="020B0604020202020204" pitchFamily="34" charset="0"/>
              <a:cs typeface="Arial" panose="020B0604020202020204" pitchFamily="34" charset="0"/>
            </a:endParaRPr>
          </a:p>
          <a:p>
            <a:endParaRPr lang="en-US" dirty="0"/>
          </a:p>
        </p:txBody>
      </p:sp>
      <p:sp>
        <p:nvSpPr>
          <p:cNvPr id="22" name="Text Placeholder 21">
            <a:extLst>
              <a:ext uri="{FF2B5EF4-FFF2-40B4-BE49-F238E27FC236}">
                <a16:creationId xmlns:a16="http://schemas.microsoft.com/office/drawing/2014/main" id="{1148019F-B471-48D3-A6AA-3F0B467240B5}"/>
              </a:ext>
            </a:extLst>
          </p:cNvPr>
          <p:cNvSpPr>
            <a:spLocks noGrp="1"/>
          </p:cNvSpPr>
          <p:nvPr>
            <p:ph type="body" sz="quarter" idx="16"/>
          </p:nvPr>
        </p:nvSpPr>
        <p:spPr>
          <a:xfrm>
            <a:off x="6153307" y="3227832"/>
            <a:ext cx="5120640" cy="320040"/>
          </a:xfrm>
        </p:spPr>
        <p:txBody>
          <a:bodyPr/>
          <a:lstStyle/>
          <a:p>
            <a:r>
              <a:rPr lang="en-US" dirty="0" smtClean="0"/>
              <a:t>Preprocessing steps</a:t>
            </a:r>
            <a:endParaRPr lang="en-US" dirty="0"/>
          </a:p>
        </p:txBody>
      </p:sp>
      <p:sp>
        <p:nvSpPr>
          <p:cNvPr id="23" name="Text Placeholder 22">
            <a:extLst>
              <a:ext uri="{FF2B5EF4-FFF2-40B4-BE49-F238E27FC236}">
                <a16:creationId xmlns:a16="http://schemas.microsoft.com/office/drawing/2014/main" id="{1B300A6A-6AD6-4D6C-85C5-FDF36EF1D3CF}"/>
              </a:ext>
            </a:extLst>
          </p:cNvPr>
          <p:cNvSpPr>
            <a:spLocks noGrp="1"/>
          </p:cNvSpPr>
          <p:nvPr>
            <p:ph type="body" sz="quarter" idx="17"/>
          </p:nvPr>
        </p:nvSpPr>
        <p:spPr>
          <a:xfrm>
            <a:off x="6153056" y="3658827"/>
            <a:ext cx="5120765" cy="1224068"/>
          </a:xfrm>
        </p:spPr>
        <p:txBody>
          <a:bodyPr>
            <a:normAutofit fontScale="70000" lnSpcReduction="20000"/>
          </a:bodyPr>
          <a:lstStyle/>
          <a:p>
            <a:r>
              <a:rPr lang="en-US" sz="1900" dirty="0" smtClean="0">
                <a:latin typeface="Arial" panose="020B0604020202020204" pitchFamily="34" charset="0"/>
                <a:cs typeface="Arial" panose="020B0604020202020204" pitchFamily="34" charset="0"/>
              </a:rPr>
              <a:t>•Convert date to day, month, year and added Lag_1, Lag_2</a:t>
            </a:r>
          </a:p>
          <a:p>
            <a:r>
              <a:rPr lang="en-US" sz="1900" dirty="0" smtClean="0">
                <a:latin typeface="Arial" panose="020B0604020202020204" pitchFamily="34" charset="0"/>
                <a:cs typeface="Arial" panose="020B0604020202020204" pitchFamily="34" charset="0"/>
              </a:rPr>
              <a:t>•Create </a:t>
            </a:r>
            <a:r>
              <a:rPr lang="en-US" sz="1900" dirty="0" err="1" smtClean="0">
                <a:latin typeface="Arial" panose="020B0604020202020204" pitchFamily="34" charset="0"/>
                <a:cs typeface="Arial" panose="020B0604020202020204" pitchFamily="34" charset="0"/>
              </a:rPr>
              <a:t>Holiday_Month</a:t>
            </a:r>
            <a:r>
              <a:rPr lang="en-US" sz="1900" dirty="0" smtClean="0">
                <a:latin typeface="Arial" panose="020B0604020202020204" pitchFamily="34" charset="0"/>
                <a:cs typeface="Arial" panose="020B0604020202020204" pitchFamily="34" charset="0"/>
              </a:rPr>
              <a:t> Interaction</a:t>
            </a:r>
            <a:br>
              <a:rPr lang="en-US" sz="1900" dirty="0" smtClean="0">
                <a:latin typeface="Arial" panose="020B0604020202020204" pitchFamily="34" charset="0"/>
                <a:cs typeface="Arial" panose="020B0604020202020204" pitchFamily="34" charset="0"/>
              </a:rPr>
            </a:br>
            <a:r>
              <a:rPr lang="en-US" sz="1900" dirty="0" smtClean="0">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 Removed influential points using Cook’s Distance (removed X points)</a:t>
            </a:r>
          </a:p>
          <a:p>
            <a:endParaRPr lang="en-US" dirty="0" smtClean="0"/>
          </a:p>
          <a:p>
            <a:endParaRPr lang="en-US" dirty="0" smtClean="0"/>
          </a:p>
          <a:p>
            <a:endParaRPr lang="en-US" dirty="0"/>
          </a:p>
        </p:txBody>
      </p:sp>
      <p:sp>
        <p:nvSpPr>
          <p:cNvPr id="24" name="Text Placeholder 23">
            <a:extLst>
              <a:ext uri="{FF2B5EF4-FFF2-40B4-BE49-F238E27FC236}">
                <a16:creationId xmlns:a16="http://schemas.microsoft.com/office/drawing/2014/main" id="{C03AC016-5A46-4B6E-943F-B9F46486290F}"/>
              </a:ext>
            </a:extLst>
          </p:cNvPr>
          <p:cNvSpPr>
            <a:spLocks noGrp="1"/>
          </p:cNvSpPr>
          <p:nvPr>
            <p:ph type="body" sz="quarter" idx="18"/>
          </p:nvPr>
        </p:nvSpPr>
        <p:spPr>
          <a:xfrm>
            <a:off x="5954080" y="6001161"/>
            <a:ext cx="5120640" cy="320040"/>
          </a:xfrm>
        </p:spPr>
        <p:txBody>
          <a:bodyPr/>
          <a:lstStyle/>
          <a:p>
            <a:r>
              <a:rPr lang="en-US" dirty="0" smtClean="0"/>
              <a:t>.</a:t>
            </a:r>
            <a:endParaRPr lang="en-US" dirty="0"/>
          </a:p>
        </p:txBody>
      </p:sp>
      <p:sp>
        <p:nvSpPr>
          <p:cNvPr id="25" name="Text Placeholder 24">
            <a:extLst>
              <a:ext uri="{FF2B5EF4-FFF2-40B4-BE49-F238E27FC236}">
                <a16:creationId xmlns:a16="http://schemas.microsoft.com/office/drawing/2014/main" id="{10A43BEE-B04F-469B-9957-9AF5947E5A19}"/>
              </a:ext>
            </a:extLst>
          </p:cNvPr>
          <p:cNvSpPr>
            <a:spLocks noGrp="1"/>
          </p:cNvSpPr>
          <p:nvPr>
            <p:ph type="body" sz="quarter" idx="19"/>
          </p:nvPr>
        </p:nvSpPr>
        <p:spPr>
          <a:xfrm>
            <a:off x="6050280" y="5058587"/>
            <a:ext cx="5120640" cy="640080"/>
          </a:xfrm>
        </p:spPr>
        <p:txBody>
          <a:bodyPr>
            <a:normAutofit/>
          </a:bodyPr>
          <a:lstStyle/>
          <a:p>
            <a:r>
              <a:rPr lang="en-US" dirty="0" smtClean="0"/>
              <a:t>.</a:t>
            </a:r>
            <a:endParaRPr lang="en-US" dirty="0"/>
          </a:p>
        </p:txBody>
      </p:sp>
      <p:sp>
        <p:nvSpPr>
          <p:cNvPr id="26" name="Text Placeholder 25">
            <a:extLst>
              <a:ext uri="{FF2B5EF4-FFF2-40B4-BE49-F238E27FC236}">
                <a16:creationId xmlns:a16="http://schemas.microsoft.com/office/drawing/2014/main" id="{2631719C-FC8F-4C94-8D70-74C636AC876C}"/>
              </a:ext>
            </a:extLst>
          </p:cNvPr>
          <p:cNvSpPr>
            <a:spLocks noGrp="1"/>
          </p:cNvSpPr>
          <p:nvPr>
            <p:ph type="body" sz="quarter" idx="20"/>
          </p:nvPr>
        </p:nvSpPr>
        <p:spPr>
          <a:xfrm>
            <a:off x="5954080" y="5202936"/>
            <a:ext cx="5315852" cy="45719"/>
          </a:xfrm>
        </p:spPr>
        <p:txBody>
          <a:bodyPr/>
          <a:lstStyle/>
          <a:p>
            <a:r>
              <a:rPr lang="en-US" dirty="0" smtClean="0"/>
              <a:t>.</a:t>
            </a:r>
            <a:endParaRPr lang="en-US" dirty="0"/>
          </a:p>
        </p:txBody>
      </p:sp>
      <p:sp>
        <p:nvSpPr>
          <p:cNvPr id="27" name="Text Placeholder 26">
            <a:extLst>
              <a:ext uri="{FF2B5EF4-FFF2-40B4-BE49-F238E27FC236}">
                <a16:creationId xmlns:a16="http://schemas.microsoft.com/office/drawing/2014/main" id="{58552BB2-2387-4A2C-8668-B6633FE46EE4}"/>
              </a:ext>
            </a:extLst>
          </p:cNvPr>
          <p:cNvSpPr>
            <a:spLocks noGrp="1"/>
          </p:cNvSpPr>
          <p:nvPr>
            <p:ph type="body" sz="quarter" idx="21"/>
          </p:nvPr>
        </p:nvSpPr>
        <p:spPr>
          <a:xfrm rot="808602">
            <a:off x="6149166" y="5535502"/>
            <a:ext cx="5120640" cy="640080"/>
          </a:xfrm>
        </p:spPr>
        <p:txBody>
          <a:bodyPr/>
          <a:lstStyle/>
          <a:p>
            <a:r>
              <a:rPr lang="en-US" dirty="0" smtClean="0"/>
              <a:t>.</a:t>
            </a:r>
            <a:endParaRPr lang="en-US" dirty="0"/>
          </a:p>
        </p:txBody>
      </p:sp>
      <p:sp>
        <p:nvSpPr>
          <p:cNvPr id="51" name="Footer Placeholder 50">
            <a:extLst>
              <a:ext uri="{FF2B5EF4-FFF2-40B4-BE49-F238E27FC236}">
                <a16:creationId xmlns:a16="http://schemas.microsoft.com/office/drawing/2014/main" id="{9EF76BD2-EB69-4D45-9701-8A82B812A6E0}"/>
              </a:ext>
            </a:extLst>
          </p:cNvPr>
          <p:cNvSpPr>
            <a:spLocks noGrp="1"/>
          </p:cNvSpPr>
          <p:nvPr>
            <p:ph type="ftr" sz="quarter" idx="11"/>
          </p:nvPr>
        </p:nvSpPr>
        <p:spPr>
          <a:xfrm>
            <a:off x="4038600" y="6356350"/>
            <a:ext cx="4114800" cy="365125"/>
          </a:xfrm>
        </p:spPr>
        <p:txBody>
          <a:bodyPr/>
          <a:lstStyle/>
          <a:p>
            <a:r>
              <a:rPr lang="en-US" dirty="0"/>
              <a:t>Pitch deck title</a:t>
            </a:r>
          </a:p>
        </p:txBody>
      </p:sp>
      <p:sp>
        <p:nvSpPr>
          <p:cNvPr id="52" name="Slide Number Placeholder 51">
            <a:extLst>
              <a:ext uri="{FF2B5EF4-FFF2-40B4-BE49-F238E27FC236}">
                <a16:creationId xmlns:a16="http://schemas.microsoft.com/office/drawing/2014/main" id="{BD1651FB-5427-4C2E-968C-077A5FCB9D8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21192339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B1C8-4A29-D350-B7C4-3089C13BFB51}"/>
              </a:ext>
            </a:extLst>
          </p:cNvPr>
          <p:cNvSpPr>
            <a:spLocks noGrp="1"/>
          </p:cNvSpPr>
          <p:nvPr>
            <p:ph type="ctrTitle"/>
          </p:nvPr>
        </p:nvSpPr>
        <p:spPr>
          <a:xfrm>
            <a:off x="7020675" y="382344"/>
            <a:ext cx="4004879" cy="1358533"/>
          </a:xfrm>
        </p:spPr>
        <p:txBody>
          <a:bodyPr/>
          <a:lstStyle/>
          <a:p>
            <a:r>
              <a:rPr lang="en-US" dirty="0" smtClean="0"/>
              <a:t>Key Observations:</a:t>
            </a:r>
            <a:endParaRPr lang="en-US" dirty="0"/>
          </a:p>
        </p:txBody>
      </p:sp>
      <p:pic>
        <p:nvPicPr>
          <p:cNvPr id="6" name="Picture Placeholder 5">
            <a:extLst>
              <a:ext uri="{FF2B5EF4-FFF2-40B4-BE49-F238E27FC236}">
                <a16:creationId xmlns:a16="http://schemas.microsoft.com/office/drawing/2014/main" id="{30452C6F-947C-89F5-F589-F6759321BB8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11745" y="1864683"/>
            <a:ext cx="5394960" cy="3771476"/>
          </a:xfrm>
        </p:spPr>
      </p:pic>
      <p:sp>
        <p:nvSpPr>
          <p:cNvPr id="3" name="Content Placeholder 2">
            <a:extLst>
              <a:ext uri="{FF2B5EF4-FFF2-40B4-BE49-F238E27FC236}">
                <a16:creationId xmlns:a16="http://schemas.microsoft.com/office/drawing/2014/main" id="{65F8618F-D769-F666-B1AD-B03C82DA1B23}"/>
              </a:ext>
            </a:extLst>
          </p:cNvPr>
          <p:cNvSpPr>
            <a:spLocks noGrp="1"/>
          </p:cNvSpPr>
          <p:nvPr>
            <p:ph sz="quarter" idx="11"/>
          </p:nvPr>
        </p:nvSpPr>
        <p:spPr>
          <a:xfrm>
            <a:off x="6440906" y="1723015"/>
            <a:ext cx="5402331" cy="4836047"/>
          </a:xfrm>
        </p:spPr>
        <p:txBody>
          <a:bodyPr>
            <a:normAutofit lnSpcReduction="10000"/>
          </a:bodyPr>
          <a:lstStyle/>
          <a:p>
            <a:r>
              <a:rPr lang="en-US" b="1" dirty="0" smtClean="0"/>
              <a:t>•</a:t>
            </a:r>
            <a:r>
              <a:rPr lang="en-US" b="1" u="sng" dirty="0" smtClean="0"/>
              <a:t>High correlation (</a:t>
            </a:r>
            <a:r>
              <a:rPr lang="en-US" b="1" u="sng" dirty="0" err="1" smtClean="0"/>
              <a:t>Multicollinearity</a:t>
            </a:r>
            <a:r>
              <a:rPr lang="en-US" b="1" u="sng" dirty="0" smtClean="0"/>
              <a:t> concerns):</a:t>
            </a:r>
          </a:p>
          <a:p>
            <a:r>
              <a:rPr lang="en-US" sz="1400" dirty="0" smtClean="0"/>
              <a:t>-Month </a:t>
            </a:r>
            <a:r>
              <a:rPr lang="en-US" sz="1400" dirty="0"/>
              <a:t>and Week (1.00): These two features are essentially capturing the same information (time progression within a year), leading to perfect correlation</a:t>
            </a:r>
            <a:r>
              <a:rPr lang="en-US" sz="1400" dirty="0" smtClean="0"/>
              <a:t>.</a:t>
            </a:r>
          </a:p>
          <a:p>
            <a:r>
              <a:rPr lang="en-US" b="1" dirty="0"/>
              <a:t>• </a:t>
            </a:r>
            <a:r>
              <a:rPr lang="en-ZA" b="1" u="sng" dirty="0" smtClean="0"/>
              <a:t>Low/No </a:t>
            </a:r>
            <a:r>
              <a:rPr lang="en-ZA" b="1" u="sng" dirty="0"/>
              <a:t>Correlations:</a:t>
            </a:r>
          </a:p>
          <a:p>
            <a:r>
              <a:rPr lang="en-US" sz="1400" dirty="0" smtClean="0"/>
              <a:t>-Fuel </a:t>
            </a:r>
            <a:r>
              <a:rPr lang="en-US" sz="1400" dirty="0"/>
              <a:t>price doesn’t seem to have a strong linear relationship with sales or other </a:t>
            </a:r>
            <a:r>
              <a:rPr lang="en-US" sz="1400" dirty="0" smtClean="0"/>
              <a:t>features.</a:t>
            </a:r>
          </a:p>
          <a:p>
            <a:r>
              <a:rPr lang="en-US" sz="1400" dirty="0" smtClean="0"/>
              <a:t>-The </a:t>
            </a:r>
            <a:r>
              <a:rPr lang="en-US" sz="1400" dirty="0"/>
              <a:t>day of the month doesn’t show strong linear relationships with other features</a:t>
            </a:r>
            <a:r>
              <a:rPr lang="en-US" sz="1400" dirty="0" smtClean="0"/>
              <a:t>.</a:t>
            </a:r>
          </a:p>
          <a:p>
            <a:r>
              <a:rPr lang="en-US" b="1" u="sng" dirty="0"/>
              <a:t>Moderate Correlations:</a:t>
            </a:r>
          </a:p>
          <a:p>
            <a:r>
              <a:rPr lang="en-US" sz="1400" dirty="0" smtClean="0"/>
              <a:t>-Temperature </a:t>
            </a:r>
            <a:r>
              <a:rPr lang="en-US" sz="1400" dirty="0"/>
              <a:t>with Month and Week (0.21 and 0.22): Temperature varies seasonally, so it correlates with time features.</a:t>
            </a:r>
          </a:p>
          <a:p>
            <a:r>
              <a:rPr lang="en-US" sz="1400" dirty="0" smtClean="0"/>
              <a:t>-</a:t>
            </a:r>
            <a:r>
              <a:rPr lang="en-US" sz="1400" dirty="0" err="1" smtClean="0"/>
              <a:t>Holiday_Flag</a:t>
            </a:r>
            <a:r>
              <a:rPr lang="en-US" sz="1400" dirty="0" smtClean="0"/>
              <a:t> </a:t>
            </a:r>
            <a:r>
              <a:rPr lang="en-US" sz="1400" dirty="0"/>
              <a:t>with </a:t>
            </a:r>
            <a:r>
              <a:rPr lang="en-US" sz="1400" dirty="0" err="1"/>
              <a:t>Weekly_Sales</a:t>
            </a:r>
            <a:r>
              <a:rPr lang="en-US" sz="1400" dirty="0"/>
              <a:t> (0.04): A weak positive correlation, suggesting holidays might slightly boost sales.</a:t>
            </a:r>
          </a:p>
          <a:p>
            <a:r>
              <a:rPr lang="en-US" sz="1400" dirty="0" smtClean="0"/>
              <a:t>-Unemployment </a:t>
            </a:r>
            <a:r>
              <a:rPr lang="en-US" sz="1400" dirty="0"/>
              <a:t>with </a:t>
            </a:r>
            <a:r>
              <a:rPr lang="en-US" sz="1400" dirty="0" err="1"/>
              <a:t>Weekly_Sales</a:t>
            </a:r>
            <a:r>
              <a:rPr lang="en-US" sz="1400" dirty="0"/>
              <a:t> (-0.11): A weak negative correlation, indicating higher unemployment might slightly reduce sales.</a:t>
            </a:r>
          </a:p>
          <a:p>
            <a:endParaRPr lang="en-US" sz="1200" dirty="0" smtClean="0"/>
          </a:p>
          <a:p>
            <a:endParaRPr lang="en-US" b="1" dirty="0"/>
          </a:p>
          <a:p>
            <a:endParaRPr lang="en-US" sz="1400" dirty="0"/>
          </a:p>
          <a:p>
            <a:endParaRPr lang="en-US" sz="1400" dirty="0"/>
          </a:p>
          <a:p>
            <a:endParaRPr lang="en-US" sz="1200" dirty="0" smtClean="0"/>
          </a:p>
          <a:p>
            <a:endParaRPr lang="en-US" dirty="0"/>
          </a:p>
        </p:txBody>
      </p:sp>
    </p:spTree>
    <p:extLst>
      <p:ext uri="{BB962C8B-B14F-4D97-AF65-F5344CB8AC3E}">
        <p14:creationId xmlns:p14="http://schemas.microsoft.com/office/powerpoint/2010/main" val="36793607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371600" y="685800"/>
            <a:ext cx="4297680" cy="5760720"/>
          </a:xfrm>
          <a:noFill/>
        </p:spPr>
        <p:txBody>
          <a:bodyPr>
            <a:noAutofit/>
          </a:bodyPr>
          <a:lstStyle/>
          <a:p>
            <a:r>
              <a:rPr lang="en-US" dirty="0" smtClean="0"/>
              <a:t>Key Observations ii</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309360" y="685800"/>
            <a:ext cx="5212080" cy="5760720"/>
          </a:xfrm>
          <a:noFill/>
        </p:spPr>
        <p:txBody>
          <a:bodyPr>
            <a:normAutofit/>
          </a:bodyPr>
          <a:lstStyle/>
          <a:p>
            <a:pPr marL="0" indent="0">
              <a:buNone/>
            </a:pPr>
            <a:r>
              <a:rPr lang="en-US" sz="2400" b="1" u="sng" dirty="0" smtClean="0">
                <a:latin typeface="Arial" panose="020B0604020202020204" pitchFamily="34" charset="0"/>
                <a:cs typeface="Arial" panose="020B0604020202020204" pitchFamily="34" charset="0"/>
              </a:rPr>
              <a:t>Implications:</a:t>
            </a:r>
          </a:p>
          <a:p>
            <a:pPr marL="0" indent="0">
              <a:buNone/>
            </a:pPr>
            <a:r>
              <a:rPr lang="en-US" sz="1600" dirty="0" smtClean="0">
                <a:latin typeface="Arial" panose="020B0604020202020204" pitchFamily="34" charset="0"/>
                <a:cs typeface="Arial" panose="020B0604020202020204" pitchFamily="34" charset="0"/>
              </a:rPr>
              <a:t>•</a:t>
            </a:r>
            <a:r>
              <a:rPr lang="en-US" sz="1600" b="1" dirty="0" err="1">
                <a:latin typeface="Arial" panose="020B0604020202020204" pitchFamily="34" charset="0"/>
                <a:cs typeface="Arial" panose="020B0604020202020204" pitchFamily="34" charset="0"/>
              </a:rPr>
              <a:t>Multicollinearity</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high correlation between Month and Week, and between Lag_1 and Lag_2, can cause issues in some models (e.g., linear regression), leading to unstable coefficients. Random Forest, however, is generally robust to </a:t>
            </a:r>
            <a:r>
              <a:rPr lang="en-US" sz="1600" dirty="0" err="1">
                <a:latin typeface="Arial" panose="020B0604020202020204" pitchFamily="34" charset="0"/>
                <a:cs typeface="Arial" panose="020B0604020202020204" pitchFamily="34" charset="0"/>
              </a:rPr>
              <a:t>multicollinearity</a:t>
            </a:r>
            <a:r>
              <a:rPr lang="en-US" sz="1600" dirty="0">
                <a:latin typeface="Arial" panose="020B0604020202020204" pitchFamily="34" charset="0"/>
                <a:cs typeface="Arial" panose="020B0604020202020204" pitchFamily="34" charset="0"/>
              </a:rPr>
              <a:t>, but we can still simplify the model by removing redundant features.</a:t>
            </a:r>
          </a:p>
          <a:p>
            <a:pPr marL="0" indent="0">
              <a:buNone/>
            </a:pPr>
            <a:r>
              <a:rPr lang="en-US" sz="1600" dirty="0" smtClean="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Feature Selection: </a:t>
            </a:r>
            <a:r>
              <a:rPr lang="en-US" sz="1600" dirty="0">
                <a:latin typeface="Arial" panose="020B0604020202020204" pitchFamily="34" charset="0"/>
                <a:cs typeface="Arial" panose="020B0604020202020204" pitchFamily="34" charset="0"/>
              </a:rPr>
              <a:t>Features with low correlation to </a:t>
            </a:r>
            <a:r>
              <a:rPr lang="en-US" sz="1600" dirty="0" err="1">
                <a:latin typeface="Arial" panose="020B0604020202020204" pitchFamily="34" charset="0"/>
                <a:cs typeface="Arial" panose="020B0604020202020204" pitchFamily="34" charset="0"/>
              </a:rPr>
              <a:t>Weekly_Sales</a:t>
            </a:r>
            <a:r>
              <a:rPr lang="en-US" sz="1600" dirty="0">
                <a:latin typeface="Arial" panose="020B0604020202020204" pitchFamily="34" charset="0"/>
                <a:cs typeface="Arial" panose="020B0604020202020204" pitchFamily="34" charset="0"/>
              </a:rPr>
              <a:t> (e.g., </a:t>
            </a:r>
            <a:r>
              <a:rPr lang="en-US" sz="1600" dirty="0" err="1">
                <a:latin typeface="Arial" panose="020B0604020202020204" pitchFamily="34" charset="0"/>
                <a:cs typeface="Arial" panose="020B0604020202020204" pitchFamily="34" charset="0"/>
              </a:rPr>
              <a:t>Fuel_Price</a:t>
            </a:r>
            <a:r>
              <a:rPr lang="en-US" sz="1600" dirty="0">
                <a:latin typeface="Arial" panose="020B0604020202020204" pitchFamily="34" charset="0"/>
                <a:cs typeface="Arial" panose="020B0604020202020204" pitchFamily="34" charset="0"/>
              </a:rPr>
              <a:t>, Day) might not contribute much to the model, but we’ll keep them for now since Random Forest can handle less relevant features through feature importance.</a:t>
            </a:r>
          </a:p>
          <a:p>
            <a:pPr marL="0" indent="0">
              <a:buNone/>
            </a:pPr>
            <a:r>
              <a:rPr lang="en-US" b="1" u="sng" dirty="0" smtClean="0">
                <a:latin typeface="Arial" panose="020B0604020202020204" pitchFamily="34" charset="0"/>
                <a:cs typeface="Arial" panose="020B0604020202020204" pitchFamily="34" charset="0"/>
              </a:rPr>
              <a:t>Business insight:</a:t>
            </a:r>
          </a:p>
          <a:p>
            <a:r>
              <a:rPr lang="en-US" sz="1600" dirty="0">
                <a:latin typeface="Arial" panose="020B0604020202020204" pitchFamily="34" charset="0"/>
                <a:cs typeface="Arial" panose="020B0604020202020204" pitchFamily="34" charset="0"/>
              </a:rPr>
              <a:t>The strong correlation of Lag_1 and Lag_2 with </a:t>
            </a:r>
            <a:r>
              <a:rPr lang="en-US" sz="1600" dirty="0" err="1">
                <a:latin typeface="Arial" panose="020B0604020202020204" pitchFamily="34" charset="0"/>
                <a:cs typeface="Arial" panose="020B0604020202020204" pitchFamily="34" charset="0"/>
              </a:rPr>
              <a:t>Weekly_Sales</a:t>
            </a:r>
            <a:r>
              <a:rPr lang="en-US" sz="1600" dirty="0">
                <a:latin typeface="Arial" panose="020B0604020202020204" pitchFamily="34" charset="0"/>
                <a:cs typeface="Arial" panose="020B0604020202020204" pitchFamily="34" charset="0"/>
              </a:rPr>
              <a:t> suggests that past sales are a strong predictor of future sales</a:t>
            </a:r>
            <a:r>
              <a:rPr lang="en-US" sz="1600" dirty="0" smtClean="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The weak correlation of </a:t>
            </a:r>
            <a:r>
              <a:rPr lang="en-US" sz="1600" dirty="0" err="1">
                <a:latin typeface="Arial" panose="020B0604020202020204" pitchFamily="34" charset="0"/>
                <a:cs typeface="Arial" panose="020B0604020202020204" pitchFamily="34" charset="0"/>
              </a:rPr>
              <a:t>Holiday_Flag</a:t>
            </a:r>
            <a:r>
              <a:rPr lang="en-US" sz="1600" dirty="0">
                <a:latin typeface="Arial" panose="020B0604020202020204" pitchFamily="34" charset="0"/>
                <a:cs typeface="Arial" panose="020B0604020202020204" pitchFamily="34" charset="0"/>
              </a:rPr>
              <a:t> with </a:t>
            </a:r>
            <a:r>
              <a:rPr lang="en-US" sz="1600" dirty="0" err="1">
                <a:latin typeface="Arial" panose="020B0604020202020204" pitchFamily="34" charset="0"/>
                <a:cs typeface="Arial" panose="020B0604020202020204" pitchFamily="34" charset="0"/>
              </a:rPr>
              <a:t>Weekly_Sales</a:t>
            </a:r>
            <a:r>
              <a:rPr lang="en-US" sz="1600" dirty="0">
                <a:latin typeface="Arial" panose="020B0604020202020204" pitchFamily="34" charset="0"/>
                <a:cs typeface="Arial" panose="020B0604020202020204" pitchFamily="34" charset="0"/>
              </a:rPr>
              <a:t> (0.04) might indicate that holidays have a smaller impact than expected, or the effect varies by store.</a:t>
            </a:r>
          </a:p>
          <a:p>
            <a:endParaRPr lang="en-US" sz="1600" dirty="0">
              <a:latin typeface="Arial" panose="020B0604020202020204" pitchFamily="34" charset="0"/>
              <a:cs typeface="Arial" panose="020B0604020202020204" pitchFamily="34" charset="0"/>
            </a:endParaRPr>
          </a:p>
          <a:p>
            <a:endParaRPr lang="en-US" b="1" dirty="0"/>
          </a:p>
        </p:txBody>
      </p:sp>
    </p:spTree>
    <p:extLst>
      <p:ext uri="{BB962C8B-B14F-4D97-AF65-F5344CB8AC3E}">
        <p14:creationId xmlns:p14="http://schemas.microsoft.com/office/powerpoint/2010/main" val="1381480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Key Observations iii:</a:t>
            </a:r>
            <a:endParaRPr lang="en-ZA" dirty="0"/>
          </a:p>
        </p:txBody>
      </p:sp>
      <p:pic>
        <p:nvPicPr>
          <p:cNvPr id="7" name="Content Placeholder 6"/>
          <p:cNvPicPr>
            <a:picLocks noGrp="1" noChangeAspect="1"/>
          </p:cNvPicPr>
          <p:nvPr>
            <p:ph idx="13"/>
          </p:nvPr>
        </p:nvPicPr>
        <p:blipFill>
          <a:blip r:embed="rId2"/>
          <a:stretch>
            <a:fillRect/>
          </a:stretch>
        </p:blipFill>
        <p:spPr>
          <a:xfrm>
            <a:off x="1194751" y="1380931"/>
            <a:ext cx="4935461" cy="4159261"/>
          </a:xfrm>
          <a:prstGeom prst="rect">
            <a:avLst/>
          </a:prstGeom>
        </p:spPr>
      </p:pic>
      <p:pic>
        <p:nvPicPr>
          <p:cNvPr id="8" name="Picture 7"/>
          <p:cNvPicPr>
            <a:picLocks noChangeAspect="1"/>
          </p:cNvPicPr>
          <p:nvPr/>
        </p:nvPicPr>
        <p:blipFill>
          <a:blip r:embed="rId3"/>
          <a:stretch>
            <a:fillRect/>
          </a:stretch>
        </p:blipFill>
        <p:spPr>
          <a:xfrm>
            <a:off x="6307061" y="1372884"/>
            <a:ext cx="4954556" cy="4175353"/>
          </a:xfrm>
          <a:prstGeom prst="rect">
            <a:avLst/>
          </a:prstGeom>
        </p:spPr>
      </p:pic>
    </p:spTree>
    <p:extLst>
      <p:ext uri="{BB962C8B-B14F-4D97-AF65-F5344CB8AC3E}">
        <p14:creationId xmlns:p14="http://schemas.microsoft.com/office/powerpoint/2010/main" val="5502820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5C01-2837-2D71-254F-BAEEC669F389}"/>
              </a:ext>
            </a:extLst>
          </p:cNvPr>
          <p:cNvSpPr>
            <a:spLocks noGrp="1"/>
          </p:cNvSpPr>
          <p:nvPr>
            <p:ph type="title"/>
          </p:nvPr>
        </p:nvSpPr>
        <p:spPr/>
        <p:txBody>
          <a:bodyPr/>
          <a:lstStyle/>
          <a:p>
            <a:r>
              <a:rPr lang="en-US" sz="4000" dirty="0" err="1" smtClean="0"/>
              <a:t>Methology</a:t>
            </a:r>
            <a:r>
              <a:rPr lang="en-US" sz="4000" dirty="0" smtClean="0"/>
              <a:t> &amp; model development</a:t>
            </a:r>
            <a:endParaRPr lang="en-US" sz="4000" dirty="0"/>
          </a:p>
        </p:txBody>
      </p:sp>
      <p:sp>
        <p:nvSpPr>
          <p:cNvPr id="12" name="Footer Placeholder 11">
            <a:extLst>
              <a:ext uri="{FF2B5EF4-FFF2-40B4-BE49-F238E27FC236}">
                <a16:creationId xmlns:a16="http://schemas.microsoft.com/office/drawing/2014/main" id="{CEED6286-6851-6DDB-6D9B-9B02A607B36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B4546"/>
                </a:solidFill>
                <a:effectLst/>
                <a:uLnTx/>
                <a:uFillTx/>
                <a:latin typeface="Arial"/>
                <a:ea typeface="+mn-ea"/>
                <a:cs typeface="+mn-cs"/>
              </a:rPr>
              <a:t>Presentation title</a:t>
            </a:r>
          </a:p>
        </p:txBody>
      </p:sp>
      <p:sp>
        <p:nvSpPr>
          <p:cNvPr id="13" name="Slide Number Placeholder 12">
            <a:extLst>
              <a:ext uri="{FF2B5EF4-FFF2-40B4-BE49-F238E27FC236}">
                <a16:creationId xmlns:a16="http://schemas.microsoft.com/office/drawing/2014/main" id="{A783BE29-9226-E728-BAD0-B02DEADFB9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FCF61C-3B18-4C03-8326-CC3B32D710C9}" type="slidenum">
              <a:rPr kumimoji="0" lang="en-US" sz="1200" b="0" i="0" u="none" strike="noStrike" kern="1200" cap="none" spc="0" normalizeH="0" baseline="0" noProof="0" smtClean="0">
                <a:ln>
                  <a:noFill/>
                </a:ln>
                <a:solidFill>
                  <a:srgbClr val="3B4546"/>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3B4546"/>
              </a:solidFill>
              <a:effectLst/>
              <a:uLnTx/>
              <a:uFillTx/>
              <a:latin typeface="Arial"/>
              <a:ea typeface="+mn-ea"/>
              <a:cs typeface="+mn-cs"/>
            </a:endParaRPr>
          </a:p>
        </p:txBody>
      </p:sp>
      <p:sp>
        <p:nvSpPr>
          <p:cNvPr id="3" name="Text Placeholder 2">
            <a:extLst>
              <a:ext uri="{FF2B5EF4-FFF2-40B4-BE49-F238E27FC236}">
                <a16:creationId xmlns:a16="http://schemas.microsoft.com/office/drawing/2014/main" id="{3C23C4BE-E1DD-7EED-DB71-4D5F3B63E693}"/>
              </a:ext>
            </a:extLst>
          </p:cNvPr>
          <p:cNvSpPr>
            <a:spLocks noGrp="1"/>
          </p:cNvSpPr>
          <p:nvPr>
            <p:ph type="body" sz="quarter" idx="13"/>
          </p:nvPr>
        </p:nvSpPr>
        <p:spPr/>
        <p:txBody>
          <a:bodyPr/>
          <a:lstStyle/>
          <a:p>
            <a:r>
              <a:rPr lang="en-US" dirty="0" smtClean="0"/>
              <a:t>Approach</a:t>
            </a:r>
            <a:endParaRPr lang="en-US" dirty="0"/>
          </a:p>
        </p:txBody>
      </p:sp>
      <p:sp>
        <p:nvSpPr>
          <p:cNvPr id="4" name="Text Placeholder 3">
            <a:extLst>
              <a:ext uri="{FF2B5EF4-FFF2-40B4-BE49-F238E27FC236}">
                <a16:creationId xmlns:a16="http://schemas.microsoft.com/office/drawing/2014/main" id="{A4168C84-B182-4E7D-56FB-01EE4B11DC8B}"/>
              </a:ext>
            </a:extLst>
          </p:cNvPr>
          <p:cNvSpPr>
            <a:spLocks noGrp="1"/>
          </p:cNvSpPr>
          <p:nvPr>
            <p:ph type="body" sz="quarter" idx="14"/>
          </p:nvPr>
        </p:nvSpPr>
        <p:spPr>
          <a:xfrm>
            <a:off x="5309118" y="2808514"/>
            <a:ext cx="5755122" cy="653824"/>
          </a:xfrm>
        </p:spPr>
        <p:txBody>
          <a:bodyPr/>
          <a:lstStyle/>
          <a:p>
            <a:r>
              <a:rPr lang="en-US" dirty="0" smtClean="0"/>
              <a:t>Model evaluation</a:t>
            </a:r>
            <a:endParaRPr lang="en-US" dirty="0"/>
          </a:p>
          <a:p>
            <a:endParaRPr lang="en-US" dirty="0"/>
          </a:p>
        </p:txBody>
      </p:sp>
      <p:sp>
        <p:nvSpPr>
          <p:cNvPr id="5" name="Text Placeholder 4">
            <a:extLst>
              <a:ext uri="{FF2B5EF4-FFF2-40B4-BE49-F238E27FC236}">
                <a16:creationId xmlns:a16="http://schemas.microsoft.com/office/drawing/2014/main" id="{43DF41ED-5729-1B31-0C04-21385523D7E1}"/>
              </a:ext>
            </a:extLst>
          </p:cNvPr>
          <p:cNvSpPr>
            <a:spLocks noGrp="1"/>
          </p:cNvSpPr>
          <p:nvPr>
            <p:ph type="body" sz="quarter" idx="15"/>
          </p:nvPr>
        </p:nvSpPr>
        <p:spPr>
          <a:xfrm>
            <a:off x="365760" y="3462337"/>
            <a:ext cx="4131596" cy="2520451"/>
          </a:xfrm>
        </p:spPr>
        <p:txBody>
          <a:bodyPr/>
          <a:lstStyle/>
          <a:p>
            <a:r>
              <a:rPr lang="en-US" sz="1200" dirty="0"/>
              <a:t>Random Forest </a:t>
            </a:r>
            <a:r>
              <a:rPr lang="en-US" sz="1200" dirty="0" err="1"/>
              <a:t>Regressor</a:t>
            </a:r>
            <a:r>
              <a:rPr lang="en-US" sz="1200" dirty="0"/>
              <a:t> with feature engineering and outlier removal</a:t>
            </a:r>
          </a:p>
          <a:p>
            <a:r>
              <a:rPr lang="en-US" sz="1200" dirty="0"/>
              <a:t>Features: Store, </a:t>
            </a:r>
            <a:r>
              <a:rPr lang="en-US" sz="1200" dirty="0" err="1"/>
              <a:t>Holiday_Flag</a:t>
            </a:r>
            <a:r>
              <a:rPr lang="en-US" sz="1200" dirty="0"/>
              <a:t>, Temperature, </a:t>
            </a:r>
            <a:r>
              <a:rPr lang="en-US" sz="1200" dirty="0" err="1"/>
              <a:t>Fuel_Price</a:t>
            </a:r>
            <a:r>
              <a:rPr lang="en-US" sz="1200" dirty="0"/>
              <a:t>, CPI, Unemployment, Year, Month, Day, Lag_1, Lag_2, </a:t>
            </a:r>
            <a:r>
              <a:rPr lang="en-US" sz="1200" dirty="0" err="1"/>
              <a:t>Holiday_Month</a:t>
            </a:r>
            <a:r>
              <a:rPr lang="en-US" sz="1800" dirty="0"/>
              <a:t>.</a:t>
            </a:r>
          </a:p>
          <a:p>
            <a:endParaRPr lang="en-US" dirty="0"/>
          </a:p>
        </p:txBody>
      </p:sp>
      <p:sp>
        <p:nvSpPr>
          <p:cNvPr id="11" name="Rectangle 1"/>
          <p:cNvSpPr>
            <a:spLocks noGrp="1" noChangeArrowheads="1"/>
          </p:cNvSpPr>
          <p:nvPr>
            <p:ph type="body" sz="quarter" idx="16"/>
          </p:nvPr>
        </p:nvSpPr>
        <p:spPr bwMode="auto">
          <a:xfrm>
            <a:off x="4780820" y="3133591"/>
            <a:ext cx="3444862"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kumimoji="0" lang="en-US" altLang="en-US" sz="1200" b="0" i="0" u="none" strike="noStrike" cap="none" normalizeH="0" baseline="0" dirty="0" smtClean="0">
                <a:ln>
                  <a:noFill/>
                </a:ln>
                <a:solidFill>
                  <a:schemeClr val="bg2"/>
                </a:solidFill>
                <a:effectLst/>
                <a:latin typeface="Arial" panose="020B0604020202020204" pitchFamily="34" charset="0"/>
                <a:cs typeface="Arial" panose="020B0604020202020204" pitchFamily="34" charset="0"/>
              </a:rPr>
              <a:t>MAE: $</a:t>
            </a:r>
            <a:r>
              <a:rPr lang="en-ZA" sz="1200" dirty="0">
                <a:solidFill>
                  <a:schemeClr val="bg2"/>
                </a:solidFill>
                <a:latin typeface="Arial" panose="020B0604020202020204" pitchFamily="34" charset="0"/>
              </a:rPr>
              <a:t> </a:t>
            </a:r>
            <a:r>
              <a:rPr lang="en-ZA" sz="1200" dirty="0" smtClean="0">
                <a:solidFill>
                  <a:schemeClr val="bg2"/>
                </a:solidFill>
                <a:latin typeface="Arial" panose="020B0604020202020204" pitchFamily="34" charset="0"/>
              </a:rPr>
              <a:t>42,754.32</a:t>
            </a:r>
            <a:endParaRPr kumimoji="0" lang="en-US" altLang="en-US" sz="1200" b="0" i="0" u="none" strike="noStrike" cap="none" normalizeH="0" baseline="0" dirty="0" smtClean="0">
              <a:ln>
                <a:noFill/>
              </a:ln>
              <a:solidFill>
                <a:schemeClr val="bg2"/>
              </a:solidFill>
              <a:effectLst/>
              <a:latin typeface="Arial" panose="020B0604020202020204" pitchFamily="34" charset="0"/>
              <a:cs typeface="Arial" panose="020B0604020202020204" pitchFamily="34" charset="0"/>
            </a:endParaRPr>
          </a:p>
          <a:p>
            <a:r>
              <a:rPr kumimoji="0" lang="en-US" altLang="en-US" sz="1200" b="0" i="0" u="none" strike="noStrike" cap="none" normalizeH="0" baseline="0" dirty="0" smtClean="0">
                <a:ln>
                  <a:noFill/>
                </a:ln>
                <a:solidFill>
                  <a:schemeClr val="bg2"/>
                </a:solidFill>
                <a:effectLst/>
                <a:latin typeface="Arial" panose="020B0604020202020204" pitchFamily="34" charset="0"/>
                <a:cs typeface="Arial" panose="020B0604020202020204" pitchFamily="34" charset="0"/>
              </a:rPr>
              <a:t>RMSE: $</a:t>
            </a:r>
            <a:r>
              <a:rPr lang="en-ZA" sz="1200" dirty="0">
                <a:solidFill>
                  <a:schemeClr val="bg2"/>
                </a:solidFill>
                <a:latin typeface="Arial" panose="020B0604020202020204" pitchFamily="34" charset="0"/>
              </a:rPr>
              <a:t> </a:t>
            </a:r>
            <a:r>
              <a:rPr lang="en-ZA" sz="1200" dirty="0" smtClean="0">
                <a:solidFill>
                  <a:schemeClr val="bg2"/>
                </a:solidFill>
                <a:latin typeface="Arial" panose="020B0604020202020204" pitchFamily="34" charset="0"/>
              </a:rPr>
              <a:t>63,052.86</a:t>
            </a:r>
            <a:endParaRPr kumimoji="0" lang="en-US" altLang="en-US" sz="1200" b="0" i="0" u="none" strike="noStrike" cap="none" normalizeH="0" baseline="0" dirty="0" smtClean="0">
              <a:ln>
                <a:noFill/>
              </a:ln>
              <a:solidFill>
                <a:schemeClr val="accent1">
                  <a:lumMod val="60000"/>
                  <a:lumOff val="40000"/>
                </a:schemeClr>
              </a:solidFill>
              <a:effectLst/>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1200" b="0" i="0" u="none" strike="noStrike" cap="none" normalizeH="0" baseline="0" dirty="0" smtClean="0">
                <a:ln>
                  <a:noFill/>
                </a:ln>
                <a:solidFill>
                  <a:schemeClr val="bg2"/>
                </a:solidFill>
                <a:effectLst/>
                <a:latin typeface="Arial" panose="020B0604020202020204" pitchFamily="34" charset="0"/>
                <a:cs typeface="Arial" panose="020B0604020202020204" pitchFamily="34" charset="0"/>
              </a:rPr>
              <a:t>     R²</a:t>
            </a:r>
            <a:r>
              <a:rPr lang="en-US" altLang="en-US" sz="1200" dirty="0">
                <a:solidFill>
                  <a:schemeClr val="bg2"/>
                </a:solidFill>
                <a:latin typeface="Arial" panose="020B0604020202020204" pitchFamily="34" charset="0"/>
                <a:cs typeface="Arial" panose="020B0604020202020204" pitchFamily="34" charset="0"/>
              </a:rPr>
              <a:t>: </a:t>
            </a:r>
            <a:r>
              <a:rPr lang="en-US" altLang="en-US" sz="1200" dirty="0" smtClean="0">
                <a:solidFill>
                  <a:schemeClr val="bg2"/>
                </a:solidFill>
                <a:latin typeface="Arial" panose="020B0604020202020204" pitchFamily="34" charset="0"/>
                <a:cs typeface="Arial" panose="020B0604020202020204" pitchFamily="34" charset="0"/>
              </a:rPr>
              <a:t>0.9865</a:t>
            </a:r>
          </a:p>
          <a:p>
            <a:pPr marL="0" indent="0" eaLnBrk="0" fontAlgn="base" hangingPunct="0">
              <a:lnSpc>
                <a:spcPct val="100000"/>
              </a:lnSpc>
              <a:spcBef>
                <a:spcPct val="0"/>
              </a:spcBef>
              <a:spcAft>
                <a:spcPct val="0"/>
              </a:spcAft>
              <a:buFontTx/>
              <a:buChar char="•"/>
            </a:pPr>
            <a:r>
              <a:rPr lang="en-US" sz="800" dirty="0"/>
              <a:t>High Predictive Power: This is an exceptionally high R², indicating that </a:t>
            </a:r>
            <a:r>
              <a:rPr lang="en-US" sz="800" dirty="0" smtClean="0"/>
              <a:t>the </a:t>
            </a:r>
            <a:r>
              <a:rPr lang="en-US" sz="800" dirty="0"/>
              <a:t>model fits the data very well. It suggests that the features </a:t>
            </a:r>
            <a:r>
              <a:rPr lang="en-US" sz="800" dirty="0" smtClean="0"/>
              <a:t>I selected </a:t>
            </a:r>
            <a:r>
              <a:rPr lang="en-US" sz="800" dirty="0"/>
              <a:t>(e.g., lagged sales, economic indicators, temporal features) </a:t>
            </a:r>
            <a:r>
              <a:rPr lang="en-US" sz="800" dirty="0" smtClean="0"/>
              <a:t>are highly </a:t>
            </a:r>
            <a:r>
              <a:rPr lang="en-US" sz="800" dirty="0"/>
              <a:t>relevant to predicting sales</a:t>
            </a:r>
            <a:r>
              <a:rPr lang="en-US" dirty="0" smtClean="0"/>
              <a:t>.</a:t>
            </a:r>
          </a:p>
          <a:p>
            <a:pPr marL="0" indent="0" eaLnBrk="0" fontAlgn="base" hangingPunct="0">
              <a:lnSpc>
                <a:spcPct val="100000"/>
              </a:lnSpc>
              <a:spcBef>
                <a:spcPct val="0"/>
              </a:spcBef>
              <a:spcAft>
                <a:spcPct val="0"/>
              </a:spcAft>
              <a:buFontTx/>
              <a:buChar char="•"/>
            </a:pPr>
            <a:r>
              <a:rPr lang="en-US" sz="800" dirty="0"/>
              <a:t>Business Implications: For Walmart, this means the model can reliably predict weekly sales, which is crucial for inventory planning, </a:t>
            </a:r>
            <a:r>
              <a:rPr lang="en-US" sz="800" dirty="0" smtClean="0"/>
              <a:t>reducing </a:t>
            </a:r>
            <a:r>
              <a:rPr lang="en-US" sz="800" dirty="0" err="1" smtClean="0"/>
              <a:t>stockouts</a:t>
            </a:r>
            <a:r>
              <a:rPr lang="en-US" sz="800" dirty="0"/>
              <a:t>, and minimizing overstock losses</a:t>
            </a:r>
            <a:r>
              <a:rPr lang="en-US" dirty="0"/>
              <a:t>.</a:t>
            </a:r>
          </a:p>
          <a:p>
            <a:pPr marL="0" indent="0" eaLnBrk="0" fontAlgn="base" hangingPunct="0">
              <a:lnSpc>
                <a:spcPct val="100000"/>
              </a:lnSpc>
              <a:spcBef>
                <a:spcPct val="0"/>
              </a:spcBef>
              <a:spcAft>
                <a:spcPct val="0"/>
              </a:spcAft>
              <a:buFontTx/>
              <a:buChar char="•"/>
            </a:pPr>
            <a:endParaRPr lang="en-US" dirty="0"/>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smtClean="0">
              <a:ln>
                <a:noFill/>
              </a:ln>
              <a:solidFill>
                <a:schemeClr val="bg2"/>
              </a:solidFill>
              <a:effectLst/>
              <a:latin typeface="Arial" panose="020B0604020202020204" pitchFamily="34" charset="0"/>
            </a:endParaRPr>
          </a:p>
        </p:txBody>
      </p:sp>
      <p:pic>
        <p:nvPicPr>
          <p:cNvPr id="14" name="Picture 13"/>
          <p:cNvPicPr>
            <a:picLocks noChangeAspect="1"/>
          </p:cNvPicPr>
          <p:nvPr/>
        </p:nvPicPr>
        <p:blipFill>
          <a:blip r:embed="rId3"/>
          <a:stretch>
            <a:fillRect/>
          </a:stretch>
        </p:blipFill>
        <p:spPr>
          <a:xfrm>
            <a:off x="8225682" y="2603241"/>
            <a:ext cx="3848129" cy="3498962"/>
          </a:xfrm>
          <a:prstGeom prst="rect">
            <a:avLst/>
          </a:prstGeom>
        </p:spPr>
      </p:pic>
    </p:spTree>
    <p:extLst>
      <p:ext uri="{BB962C8B-B14F-4D97-AF65-F5344CB8AC3E}">
        <p14:creationId xmlns:p14="http://schemas.microsoft.com/office/powerpoint/2010/main" val="41429804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noProof="0" smtClean="0"/>
              <a:t>Presentation title</a:t>
            </a:r>
            <a:endParaRPr lang="en-US" noProof="0"/>
          </a:p>
        </p:txBody>
      </p:sp>
      <p:sp>
        <p:nvSpPr>
          <p:cNvPr id="3" name="Slide Number Placeholder 2"/>
          <p:cNvSpPr>
            <a:spLocks noGrp="1"/>
          </p:cNvSpPr>
          <p:nvPr>
            <p:ph type="sldNum" sz="quarter" idx="12"/>
          </p:nvPr>
        </p:nvSpPr>
        <p:spPr/>
        <p:txBody>
          <a:bodyPr/>
          <a:lstStyle/>
          <a:p>
            <a:fld id="{5BFCF61C-3B18-4C03-8326-CC3B32D710C9}" type="slidenum">
              <a:rPr lang="en-US" noProof="0" smtClean="0"/>
              <a:pPr/>
              <a:t>10</a:t>
            </a:fld>
            <a:endParaRPr lang="en-US" noProof="0"/>
          </a:p>
        </p:txBody>
      </p:sp>
      <p:sp>
        <p:nvSpPr>
          <p:cNvPr id="4" name="Title 3"/>
          <p:cNvSpPr>
            <a:spLocks noGrp="1"/>
          </p:cNvSpPr>
          <p:nvPr>
            <p:ph type="title"/>
          </p:nvPr>
        </p:nvSpPr>
        <p:spPr/>
        <p:txBody>
          <a:bodyPr/>
          <a:lstStyle/>
          <a:p>
            <a:r>
              <a:rPr lang="en-US" dirty="0" smtClean="0"/>
              <a:t>Model Testing</a:t>
            </a:r>
            <a:endParaRPr lang="en-ZA" dirty="0"/>
          </a:p>
        </p:txBody>
      </p:sp>
      <p:sp>
        <p:nvSpPr>
          <p:cNvPr id="5" name="Text Placeholder 4"/>
          <p:cNvSpPr>
            <a:spLocks noGrp="1"/>
          </p:cNvSpPr>
          <p:nvPr>
            <p:ph type="body" sz="quarter" idx="13"/>
          </p:nvPr>
        </p:nvSpPr>
        <p:spPr/>
        <p:txBody>
          <a:bodyPr/>
          <a:lstStyle/>
          <a:p>
            <a:endParaRPr lang="en-ZA" dirty="0"/>
          </a:p>
        </p:txBody>
      </p:sp>
      <p:sp>
        <p:nvSpPr>
          <p:cNvPr id="6" name="Text Placeholder 5"/>
          <p:cNvSpPr>
            <a:spLocks noGrp="1"/>
          </p:cNvSpPr>
          <p:nvPr>
            <p:ph type="body" sz="quarter" idx="14"/>
          </p:nvPr>
        </p:nvSpPr>
        <p:spPr/>
        <p:txBody>
          <a:bodyPr/>
          <a:lstStyle/>
          <a:p>
            <a:endParaRPr lang="en-ZA"/>
          </a:p>
        </p:txBody>
      </p:sp>
      <p:sp>
        <p:nvSpPr>
          <p:cNvPr id="7" name="Text Placeholder 6"/>
          <p:cNvSpPr>
            <a:spLocks noGrp="1"/>
          </p:cNvSpPr>
          <p:nvPr>
            <p:ph type="body" sz="quarter" idx="15"/>
          </p:nvPr>
        </p:nvSpPr>
        <p:spPr/>
        <p:txBody>
          <a:bodyPr/>
          <a:lstStyle/>
          <a:p>
            <a:endParaRPr lang="en-ZA" dirty="0"/>
          </a:p>
        </p:txBody>
      </p:sp>
      <p:sp>
        <p:nvSpPr>
          <p:cNvPr id="8" name="Text Placeholder 7"/>
          <p:cNvSpPr>
            <a:spLocks noGrp="1"/>
          </p:cNvSpPr>
          <p:nvPr>
            <p:ph type="body" sz="quarter" idx="16"/>
          </p:nvPr>
        </p:nvSpPr>
        <p:spPr/>
        <p:txBody>
          <a:bodyPr/>
          <a:lstStyle/>
          <a:p>
            <a:endParaRPr lang="en-ZA"/>
          </a:p>
        </p:txBody>
      </p:sp>
      <p:graphicFrame>
        <p:nvGraphicFramePr>
          <p:cNvPr id="10" name="Table 9"/>
          <p:cNvGraphicFramePr>
            <a:graphicFrameLocks noGrp="1"/>
          </p:cNvGraphicFramePr>
          <p:nvPr>
            <p:extLst>
              <p:ext uri="{D42A27DB-BD31-4B8C-83A1-F6EECF244321}">
                <p14:modId xmlns:p14="http://schemas.microsoft.com/office/powerpoint/2010/main" val="1931596792"/>
              </p:ext>
            </p:extLst>
          </p:nvPr>
        </p:nvGraphicFramePr>
        <p:xfrm>
          <a:off x="0" y="2649893"/>
          <a:ext cx="12073811" cy="3004458"/>
        </p:xfrm>
        <a:graphic>
          <a:graphicData uri="http://schemas.openxmlformats.org/drawingml/2006/table">
            <a:tbl>
              <a:tblPr firstRow="1" bandRow="1">
                <a:tableStyleId>{5C22544A-7EE6-4342-B048-85BDC9FD1C3A}</a:tableStyleId>
              </a:tblPr>
              <a:tblGrid>
                <a:gridCol w="1184988">
                  <a:extLst>
                    <a:ext uri="{9D8B030D-6E8A-4147-A177-3AD203B41FA5}">
                      <a16:colId xmlns:a16="http://schemas.microsoft.com/office/drawing/2014/main" val="2537631821"/>
                    </a:ext>
                  </a:extLst>
                </a:gridCol>
                <a:gridCol w="1511559">
                  <a:extLst>
                    <a:ext uri="{9D8B030D-6E8A-4147-A177-3AD203B41FA5}">
                      <a16:colId xmlns:a16="http://schemas.microsoft.com/office/drawing/2014/main" val="4106062185"/>
                    </a:ext>
                  </a:extLst>
                </a:gridCol>
                <a:gridCol w="923731">
                  <a:extLst>
                    <a:ext uri="{9D8B030D-6E8A-4147-A177-3AD203B41FA5}">
                      <a16:colId xmlns:a16="http://schemas.microsoft.com/office/drawing/2014/main" val="2322078018"/>
                    </a:ext>
                  </a:extLst>
                </a:gridCol>
                <a:gridCol w="1586204">
                  <a:extLst>
                    <a:ext uri="{9D8B030D-6E8A-4147-A177-3AD203B41FA5}">
                      <a16:colId xmlns:a16="http://schemas.microsoft.com/office/drawing/2014/main" val="2343510549"/>
                    </a:ext>
                  </a:extLst>
                </a:gridCol>
                <a:gridCol w="1203649">
                  <a:extLst>
                    <a:ext uri="{9D8B030D-6E8A-4147-A177-3AD203B41FA5}">
                      <a16:colId xmlns:a16="http://schemas.microsoft.com/office/drawing/2014/main" val="644210338"/>
                    </a:ext>
                  </a:extLst>
                </a:gridCol>
                <a:gridCol w="1614196">
                  <a:extLst>
                    <a:ext uri="{9D8B030D-6E8A-4147-A177-3AD203B41FA5}">
                      <a16:colId xmlns:a16="http://schemas.microsoft.com/office/drawing/2014/main" val="1105560556"/>
                    </a:ext>
                  </a:extLst>
                </a:gridCol>
                <a:gridCol w="727787">
                  <a:extLst>
                    <a:ext uri="{9D8B030D-6E8A-4147-A177-3AD203B41FA5}">
                      <a16:colId xmlns:a16="http://schemas.microsoft.com/office/drawing/2014/main" val="819169656"/>
                    </a:ext>
                  </a:extLst>
                </a:gridCol>
                <a:gridCol w="1349933">
                  <a:extLst>
                    <a:ext uri="{9D8B030D-6E8A-4147-A177-3AD203B41FA5}">
                      <a16:colId xmlns:a16="http://schemas.microsoft.com/office/drawing/2014/main" val="2171658134"/>
                    </a:ext>
                  </a:extLst>
                </a:gridCol>
                <a:gridCol w="208280">
                  <a:extLst>
                    <a:ext uri="{9D8B030D-6E8A-4147-A177-3AD203B41FA5}">
                      <a16:colId xmlns:a16="http://schemas.microsoft.com/office/drawing/2014/main" val="608279732"/>
                    </a:ext>
                  </a:extLst>
                </a:gridCol>
                <a:gridCol w="1763484">
                  <a:extLst>
                    <a:ext uri="{9D8B030D-6E8A-4147-A177-3AD203B41FA5}">
                      <a16:colId xmlns:a16="http://schemas.microsoft.com/office/drawing/2014/main" val="3757848050"/>
                    </a:ext>
                  </a:extLst>
                </a:gridCol>
              </a:tblGrid>
              <a:tr h="1502229">
                <a:tc>
                  <a:txBody>
                    <a:bodyPr/>
                    <a:lstStyle/>
                    <a:p>
                      <a:r>
                        <a:rPr lang="en-US" dirty="0" err="1" smtClean="0"/>
                        <a:t>Store_ID</a:t>
                      </a:r>
                      <a:endParaRPr lang="en-ZA" dirty="0"/>
                    </a:p>
                  </a:txBody>
                  <a:tcPr/>
                </a:tc>
                <a:tc>
                  <a:txBody>
                    <a:bodyPr/>
                    <a:lstStyle/>
                    <a:p>
                      <a:r>
                        <a:rPr lang="en-US" dirty="0" smtClean="0"/>
                        <a:t>Date</a:t>
                      </a:r>
                      <a:endParaRPr lang="en-ZA" dirty="0"/>
                    </a:p>
                  </a:txBody>
                  <a:tcPr/>
                </a:tc>
                <a:tc>
                  <a:txBody>
                    <a:bodyPr/>
                    <a:lstStyle/>
                    <a:p>
                      <a:r>
                        <a:rPr lang="en-US" dirty="0" err="1" smtClean="0"/>
                        <a:t>Fuel_Price</a:t>
                      </a:r>
                      <a:endParaRPr lang="en-ZA" dirty="0"/>
                    </a:p>
                  </a:txBody>
                  <a:tcPr/>
                </a:tc>
                <a:tc>
                  <a:txBody>
                    <a:bodyPr/>
                    <a:lstStyle/>
                    <a:p>
                      <a:r>
                        <a:rPr lang="en-US" dirty="0" smtClean="0"/>
                        <a:t>Unemployment</a:t>
                      </a:r>
                      <a:endParaRPr lang="en-ZA" dirty="0"/>
                    </a:p>
                  </a:txBody>
                  <a:tcPr/>
                </a:tc>
                <a:tc>
                  <a:txBody>
                    <a:bodyPr/>
                    <a:lstStyle/>
                    <a:p>
                      <a:r>
                        <a:rPr lang="en-US" dirty="0" err="1" smtClean="0"/>
                        <a:t>Holiday_flag</a:t>
                      </a:r>
                      <a:endParaRPr lang="en-ZA" dirty="0"/>
                    </a:p>
                  </a:txBody>
                  <a:tcPr/>
                </a:tc>
                <a:tc>
                  <a:txBody>
                    <a:bodyPr/>
                    <a:lstStyle/>
                    <a:p>
                      <a:r>
                        <a:rPr lang="en-US" dirty="0" smtClean="0"/>
                        <a:t>Temperature</a:t>
                      </a:r>
                      <a:endParaRPr lang="en-ZA" dirty="0"/>
                    </a:p>
                  </a:txBody>
                  <a:tcPr/>
                </a:tc>
                <a:tc>
                  <a:txBody>
                    <a:bodyPr/>
                    <a:lstStyle/>
                    <a:p>
                      <a:r>
                        <a:rPr lang="en-US" dirty="0" smtClean="0"/>
                        <a:t>CPI</a:t>
                      </a:r>
                      <a:endParaRPr lang="en-ZA" dirty="0"/>
                    </a:p>
                  </a:txBody>
                  <a:tcPr/>
                </a:tc>
                <a:tc>
                  <a:txBody>
                    <a:bodyPr/>
                    <a:lstStyle/>
                    <a:p>
                      <a:r>
                        <a:rPr lang="en-US" dirty="0" smtClean="0"/>
                        <a:t>Previous</a:t>
                      </a:r>
                      <a:r>
                        <a:rPr lang="en-US" baseline="0" dirty="0" smtClean="0"/>
                        <a:t> </a:t>
                      </a:r>
                      <a:r>
                        <a:rPr lang="en-US" dirty="0" smtClean="0"/>
                        <a:t>sale</a:t>
                      </a:r>
                      <a:endParaRPr lang="en-ZA" dirty="0"/>
                    </a:p>
                  </a:txBody>
                  <a:tcPr/>
                </a:tc>
                <a:tc>
                  <a:txBody>
                    <a:bodyPr/>
                    <a:lstStyle/>
                    <a:p>
                      <a:endParaRPr lang="en-ZA" dirty="0"/>
                    </a:p>
                  </a:txBody>
                  <a:tcPr/>
                </a:tc>
                <a:tc>
                  <a:txBody>
                    <a:bodyPr/>
                    <a:lstStyle/>
                    <a:p>
                      <a:r>
                        <a:rPr lang="en-US" dirty="0" smtClean="0"/>
                        <a:t>Output</a:t>
                      </a:r>
                      <a:endParaRPr lang="en-ZA" dirty="0"/>
                    </a:p>
                  </a:txBody>
                  <a:tcPr/>
                </a:tc>
                <a:extLst>
                  <a:ext uri="{0D108BD9-81ED-4DB2-BD59-A6C34878D82A}">
                    <a16:rowId xmlns:a16="http://schemas.microsoft.com/office/drawing/2014/main" val="413912852"/>
                  </a:ext>
                </a:extLst>
              </a:tr>
              <a:tr h="1502229">
                <a:tc>
                  <a:txBody>
                    <a:bodyPr/>
                    <a:lstStyle/>
                    <a:p>
                      <a:r>
                        <a:rPr lang="en-US" dirty="0" smtClean="0"/>
                        <a:t>1</a:t>
                      </a:r>
                      <a:endParaRPr lang="en-ZA" dirty="0"/>
                    </a:p>
                  </a:txBody>
                  <a:tcPr/>
                </a:tc>
                <a:tc>
                  <a:txBody>
                    <a:bodyPr/>
                    <a:lstStyle/>
                    <a:p>
                      <a:r>
                        <a:rPr lang="en-US" dirty="0" smtClean="0"/>
                        <a:t>2025-03-17</a:t>
                      </a:r>
                      <a:endParaRPr lang="en-ZA" dirty="0"/>
                    </a:p>
                  </a:txBody>
                  <a:tcPr/>
                </a:tc>
                <a:tc>
                  <a:txBody>
                    <a:bodyPr/>
                    <a:lstStyle/>
                    <a:p>
                      <a:r>
                        <a:rPr lang="en-US" dirty="0" smtClean="0"/>
                        <a:t>3.5</a:t>
                      </a:r>
                      <a:endParaRPr lang="en-ZA" dirty="0"/>
                    </a:p>
                  </a:txBody>
                  <a:tcPr/>
                </a:tc>
                <a:tc>
                  <a:txBody>
                    <a:bodyPr/>
                    <a:lstStyle/>
                    <a:p>
                      <a:r>
                        <a:rPr lang="en-US" dirty="0" smtClean="0"/>
                        <a:t>7.0</a:t>
                      </a:r>
                      <a:endParaRPr lang="en-ZA" dirty="0"/>
                    </a:p>
                  </a:txBody>
                  <a:tcPr/>
                </a:tc>
                <a:tc>
                  <a:txBody>
                    <a:bodyPr/>
                    <a:lstStyle/>
                    <a:p>
                      <a:r>
                        <a:rPr lang="en-US" dirty="0" smtClean="0"/>
                        <a:t>0</a:t>
                      </a:r>
                      <a:endParaRPr lang="en-ZA" dirty="0"/>
                    </a:p>
                  </a:txBody>
                  <a:tcPr/>
                </a:tc>
                <a:tc>
                  <a:txBody>
                    <a:bodyPr/>
                    <a:lstStyle/>
                    <a:p>
                      <a:r>
                        <a:rPr lang="en-US" dirty="0" smtClean="0"/>
                        <a:t>60.0</a:t>
                      </a:r>
                      <a:endParaRPr lang="en-ZA" dirty="0"/>
                    </a:p>
                  </a:txBody>
                  <a:tcPr/>
                </a:tc>
                <a:tc>
                  <a:txBody>
                    <a:bodyPr/>
                    <a:lstStyle/>
                    <a:p>
                      <a:r>
                        <a:rPr lang="en-US" sz="1800" dirty="0" smtClean="0">
                          <a:latin typeface="Arial" panose="020B0604020202020204" pitchFamily="34" charset="0"/>
                          <a:cs typeface="Arial" panose="020B0604020202020204" pitchFamily="34" charset="0"/>
                        </a:rPr>
                        <a:t>220</a:t>
                      </a:r>
                      <a:endParaRPr lang="en-ZA" dirty="0"/>
                    </a:p>
                  </a:txBody>
                  <a:tcPr/>
                </a:tc>
                <a:tc>
                  <a:txBody>
                    <a:bodyPr/>
                    <a:lstStyle/>
                    <a:p>
                      <a:r>
                        <a:rPr lang="en-US" dirty="0" smtClean="0"/>
                        <a:t>-1 and -2</a:t>
                      </a:r>
                    </a:p>
                    <a:p>
                      <a:r>
                        <a:rPr lang="en-US" dirty="0" smtClean="0"/>
                        <a:t>For lag_1 and Lag_2</a:t>
                      </a:r>
                      <a:endParaRPr lang="en-ZA" dirty="0"/>
                    </a:p>
                  </a:txBody>
                  <a:tcPr/>
                </a:tc>
                <a:tc>
                  <a:txBody>
                    <a:bodyPr/>
                    <a:lstStyle/>
                    <a:p>
                      <a:endParaRPr lang="en-ZA"/>
                    </a:p>
                  </a:txBody>
                  <a:tcPr/>
                </a:tc>
                <a:tc>
                  <a:txBody>
                    <a:bodyPr/>
                    <a:lstStyle/>
                    <a:p>
                      <a:r>
                        <a:rPr lang="en-ZA" dirty="0" smtClean="0"/>
                        <a:t>$1,472,894.87</a:t>
                      </a:r>
                      <a:endParaRPr lang="en-ZA" dirty="0"/>
                    </a:p>
                  </a:txBody>
                  <a:tcPr/>
                </a:tc>
                <a:extLst>
                  <a:ext uri="{0D108BD9-81ED-4DB2-BD59-A6C34878D82A}">
                    <a16:rowId xmlns:a16="http://schemas.microsoft.com/office/drawing/2014/main" val="1409258181"/>
                  </a:ext>
                </a:extLst>
              </a:tr>
            </a:tbl>
          </a:graphicData>
        </a:graphic>
      </p:graphicFrame>
    </p:spTree>
    <p:extLst>
      <p:ext uri="{BB962C8B-B14F-4D97-AF65-F5344CB8AC3E}">
        <p14:creationId xmlns:p14="http://schemas.microsoft.com/office/powerpoint/2010/main" val="2870931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sz="4800" b="1" dirty="0">
                <a:solidFill>
                  <a:schemeClr val="accent2">
                    <a:lumMod val="50000"/>
                  </a:schemeClr>
                </a:solidFill>
              </a:rPr>
              <a:t>Visual Insights</a:t>
            </a:r>
            <a:r>
              <a:rPr lang="en-ZA" dirty="0"/>
              <a:t/>
            </a:r>
            <a:br>
              <a:rPr lang="en-ZA" dirty="0"/>
            </a:br>
            <a:endParaRPr lang="en-ZA" dirty="0"/>
          </a:p>
        </p:txBody>
      </p:sp>
      <p:pic>
        <p:nvPicPr>
          <p:cNvPr id="4" name="Picture Placeholder 9">
            <a:extLst>
              <a:ext uri="{FF2B5EF4-FFF2-40B4-BE49-F238E27FC236}">
                <a16:creationId xmlns:a16="http://schemas.microsoft.com/office/drawing/2014/main" id="{44C4D2E0-442E-DFEE-8947-C3C645201CF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5462" y="2017938"/>
            <a:ext cx="5767754" cy="3121269"/>
          </a:xfrm>
        </p:spPr>
      </p:pic>
      <p:pic>
        <p:nvPicPr>
          <p:cNvPr id="5" name="Picture Placeholder 15">
            <a:extLst>
              <a:ext uri="{FF2B5EF4-FFF2-40B4-BE49-F238E27FC236}">
                <a16:creationId xmlns:a16="http://schemas.microsoft.com/office/drawing/2014/main" id="{72F9AC5C-F949-DF3B-C57B-E948103A96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3654" y="2017938"/>
            <a:ext cx="5578346" cy="3121269"/>
          </a:xfrm>
          <a:custGeom>
            <a:avLst/>
            <a:gdLst>
              <a:gd name="connsiteX0" fmla="*/ 0 w 4156694"/>
              <a:gd name="connsiteY0" fmla="*/ 642054 h 6025376"/>
              <a:gd name="connsiteX1" fmla="*/ 9185 w 4156694"/>
              <a:gd name="connsiteY1" fmla="*/ 642481 h 6025376"/>
              <a:gd name="connsiteX2" fmla="*/ 282456 w 4156694"/>
              <a:gd name="connsiteY2" fmla="*/ 673853 h 6025376"/>
              <a:gd name="connsiteX3" fmla="*/ 157732 w 4156694"/>
              <a:gd name="connsiteY3" fmla="*/ 711366 h 6025376"/>
              <a:gd name="connsiteX4" fmla="*/ 0 w 4156694"/>
              <a:gd name="connsiteY4" fmla="*/ 760984 h 6025376"/>
              <a:gd name="connsiteX5" fmla="*/ 452338 w 4156694"/>
              <a:gd name="connsiteY5" fmla="*/ 0 h 6025376"/>
              <a:gd name="connsiteX6" fmla="*/ 4156694 w 4156694"/>
              <a:gd name="connsiteY6" fmla="*/ 0 h 6025376"/>
              <a:gd name="connsiteX7" fmla="*/ 4156694 w 4156694"/>
              <a:gd name="connsiteY7" fmla="*/ 889001 h 6025376"/>
              <a:gd name="connsiteX8" fmla="*/ 3868945 w 4156694"/>
              <a:gd name="connsiteY8" fmla="*/ 889001 h 6025376"/>
              <a:gd name="connsiteX9" fmla="*/ 3868945 w 4156694"/>
              <a:gd name="connsiteY9" fmla="*/ 3645923 h 6025376"/>
              <a:gd name="connsiteX10" fmla="*/ 4156694 w 4156694"/>
              <a:gd name="connsiteY10" fmla="*/ 3645923 h 6025376"/>
              <a:gd name="connsiteX11" fmla="*/ 4156694 w 4156694"/>
              <a:gd name="connsiteY11" fmla="*/ 6025376 h 6025376"/>
              <a:gd name="connsiteX12" fmla="*/ 0 w 4156694"/>
              <a:gd name="connsiteY12" fmla="*/ 6025376 h 6025376"/>
              <a:gd name="connsiteX13" fmla="*/ 0 w 4156694"/>
              <a:gd name="connsiteY13" fmla="*/ 821849 h 6025376"/>
              <a:gd name="connsiteX14" fmla="*/ 10227 w 4156694"/>
              <a:gd name="connsiteY14" fmla="*/ 818654 h 6025376"/>
              <a:gd name="connsiteX15" fmla="*/ 418235 w 4156694"/>
              <a:gd name="connsiteY15" fmla="*/ 701973 h 6025376"/>
              <a:gd name="connsiteX16" fmla="*/ 447899 w 4156694"/>
              <a:gd name="connsiteY16" fmla="*/ 677819 h 6025376"/>
              <a:gd name="connsiteX17" fmla="*/ 427008 w 4156694"/>
              <a:gd name="connsiteY17" fmla="*/ 645899 h 6025376"/>
              <a:gd name="connsiteX18" fmla="*/ 104353 w 4156694"/>
              <a:gd name="connsiteY18" fmla="*/ 593607 h 6025376"/>
              <a:gd name="connsiteX19" fmla="*/ 0 w 4156694"/>
              <a:gd name="connsiteY19" fmla="*/ 586443 h 6025376"/>
              <a:gd name="connsiteX20" fmla="*/ 0 w 4156694"/>
              <a:gd name="connsiteY20" fmla="*/ 428257 h 6025376"/>
              <a:gd name="connsiteX21" fmla="*/ 119523 w 4156694"/>
              <a:gd name="connsiteY21" fmla="*/ 414173 h 6025376"/>
              <a:gd name="connsiteX22" fmla="*/ 505884 w 4156694"/>
              <a:gd name="connsiteY22" fmla="*/ 191846 h 6025376"/>
              <a:gd name="connsiteX23" fmla="*/ 492046 w 4156694"/>
              <a:gd name="connsiteY23" fmla="*/ 54439 h 6025376"/>
              <a:gd name="connsiteX24" fmla="*/ 0 w 4156694"/>
              <a:gd name="connsiteY24" fmla="*/ 0 h 6025376"/>
              <a:gd name="connsiteX25" fmla="*/ 372979 w 4156694"/>
              <a:gd name="connsiteY25" fmla="*/ 0 h 6025376"/>
              <a:gd name="connsiteX26" fmla="*/ 407555 w 4156694"/>
              <a:gd name="connsiteY26" fmla="*/ 31940 h 6025376"/>
              <a:gd name="connsiteX27" fmla="*/ 455757 w 4156694"/>
              <a:gd name="connsiteY27" fmla="*/ 123930 h 6025376"/>
              <a:gd name="connsiteX28" fmla="*/ 451568 w 4156694"/>
              <a:gd name="connsiteY28" fmla="*/ 171808 h 6025376"/>
              <a:gd name="connsiteX29" fmla="*/ 88471 w 4156694"/>
              <a:gd name="connsiteY29" fmla="*/ 361493 h 6025376"/>
              <a:gd name="connsiteX30" fmla="*/ 0 w 4156694"/>
              <a:gd name="connsiteY30" fmla="*/ 371335 h 6025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56694" h="6025376">
                <a:moveTo>
                  <a:pt x="0" y="642054"/>
                </a:moveTo>
                <a:lnTo>
                  <a:pt x="9185" y="642481"/>
                </a:lnTo>
                <a:cubicBezTo>
                  <a:pt x="121985" y="649917"/>
                  <a:pt x="214583" y="662362"/>
                  <a:pt x="282456" y="673853"/>
                </a:cubicBezTo>
                <a:cubicBezTo>
                  <a:pt x="247498" y="683931"/>
                  <a:pt x="206045" y="696426"/>
                  <a:pt x="157732" y="711366"/>
                </a:cubicBezTo>
                <a:lnTo>
                  <a:pt x="0" y="760984"/>
                </a:lnTo>
                <a:close/>
                <a:moveTo>
                  <a:pt x="452338" y="0"/>
                </a:moveTo>
                <a:lnTo>
                  <a:pt x="4156694" y="0"/>
                </a:lnTo>
                <a:lnTo>
                  <a:pt x="4156694" y="889001"/>
                </a:lnTo>
                <a:lnTo>
                  <a:pt x="3868945" y="889001"/>
                </a:lnTo>
                <a:lnTo>
                  <a:pt x="3868945" y="3645923"/>
                </a:lnTo>
                <a:lnTo>
                  <a:pt x="4156694" y="3645923"/>
                </a:lnTo>
                <a:lnTo>
                  <a:pt x="4156694" y="6025376"/>
                </a:lnTo>
                <a:lnTo>
                  <a:pt x="0" y="6025376"/>
                </a:lnTo>
                <a:lnTo>
                  <a:pt x="0" y="821849"/>
                </a:lnTo>
                <a:lnTo>
                  <a:pt x="10227" y="818654"/>
                </a:lnTo>
                <a:cubicBezTo>
                  <a:pt x="202103" y="758059"/>
                  <a:pt x="383052" y="700806"/>
                  <a:pt x="418235" y="701973"/>
                </a:cubicBezTo>
                <a:cubicBezTo>
                  <a:pt x="432709" y="702285"/>
                  <a:pt x="445696" y="691957"/>
                  <a:pt x="447899" y="677819"/>
                </a:cubicBezTo>
                <a:cubicBezTo>
                  <a:pt x="450144" y="663208"/>
                  <a:pt x="441191" y="649527"/>
                  <a:pt x="427008" y="645899"/>
                </a:cubicBezTo>
                <a:cubicBezTo>
                  <a:pt x="424651" y="645215"/>
                  <a:pt x="305549" y="612941"/>
                  <a:pt x="104353" y="593607"/>
                </a:cubicBezTo>
                <a:lnTo>
                  <a:pt x="0" y="586443"/>
                </a:lnTo>
                <a:lnTo>
                  <a:pt x="0" y="428257"/>
                </a:lnTo>
                <a:lnTo>
                  <a:pt x="119523" y="414173"/>
                </a:lnTo>
                <a:cubicBezTo>
                  <a:pt x="332108" y="373592"/>
                  <a:pt x="469211" y="296113"/>
                  <a:pt x="505884" y="191846"/>
                </a:cubicBezTo>
                <a:cubicBezTo>
                  <a:pt x="521597" y="147603"/>
                  <a:pt x="516913" y="101695"/>
                  <a:pt x="492046" y="54439"/>
                </a:cubicBezTo>
                <a:close/>
                <a:moveTo>
                  <a:pt x="0" y="0"/>
                </a:moveTo>
                <a:lnTo>
                  <a:pt x="372979" y="0"/>
                </a:lnTo>
                <a:lnTo>
                  <a:pt x="407555" y="31940"/>
                </a:lnTo>
                <a:cubicBezTo>
                  <a:pt x="432254" y="61090"/>
                  <a:pt x="450778" y="92445"/>
                  <a:pt x="455757" y="123930"/>
                </a:cubicBezTo>
                <a:cubicBezTo>
                  <a:pt x="458226" y="139909"/>
                  <a:pt x="457295" y="156068"/>
                  <a:pt x="451568" y="171808"/>
                </a:cubicBezTo>
                <a:cubicBezTo>
                  <a:pt x="419057" y="263722"/>
                  <a:pt x="281031" y="327932"/>
                  <a:pt x="88471" y="361493"/>
                </a:cubicBezTo>
                <a:lnTo>
                  <a:pt x="0" y="371335"/>
                </a:lnTo>
                <a:close/>
              </a:path>
            </a:pathLst>
          </a:custGeom>
        </p:spPr>
      </p:pic>
      <p:sp>
        <p:nvSpPr>
          <p:cNvPr id="6" name="Rectangle 5"/>
          <p:cNvSpPr/>
          <p:nvPr/>
        </p:nvSpPr>
        <p:spPr>
          <a:xfrm>
            <a:off x="3993502" y="2397967"/>
            <a:ext cx="2099388" cy="1129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Residuals are normally distributed based on the graph</a:t>
            </a:r>
          </a:p>
          <a:p>
            <a:pPr algn="ctr"/>
            <a:endParaRPr lang="en-ZA" dirty="0"/>
          </a:p>
        </p:txBody>
      </p:sp>
      <p:sp>
        <p:nvSpPr>
          <p:cNvPr id="8" name="Rounded Rectangle 7"/>
          <p:cNvSpPr/>
          <p:nvPr/>
        </p:nvSpPr>
        <p:spPr>
          <a:xfrm>
            <a:off x="7165910" y="2220686"/>
            <a:ext cx="2435020" cy="12129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Nearly 95% of points are around 45 degree line, indicating normality</a:t>
            </a:r>
            <a:endParaRPr lang="en-ZA" dirty="0"/>
          </a:p>
        </p:txBody>
      </p:sp>
    </p:spTree>
    <p:extLst>
      <p:ext uri="{BB962C8B-B14F-4D97-AF65-F5344CB8AC3E}">
        <p14:creationId xmlns:p14="http://schemas.microsoft.com/office/powerpoint/2010/main" val="24866210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a:xfrm>
            <a:off x="627017" y="1227910"/>
            <a:ext cx="4886815" cy="1853872"/>
          </a:xfrm>
        </p:spPr>
        <p:txBody>
          <a:bodyPr/>
          <a:lstStyle/>
          <a:p>
            <a:r>
              <a:rPr lang="en-ZA" dirty="0">
                <a:solidFill>
                  <a:schemeClr val="tx1"/>
                </a:solidFill>
              </a:rPr>
              <a:t>Business Impact</a:t>
            </a:r>
            <a:r>
              <a:rPr lang="en-ZA" dirty="0"/>
              <a:t/>
            </a:r>
            <a:br>
              <a:rPr lang="en-ZA" dirty="0"/>
            </a:br>
            <a:endParaRPr lang="en-US" dirty="0"/>
          </a:p>
        </p:txBody>
      </p:sp>
      <p:sp>
        <p:nvSpPr>
          <p:cNvPr id="12" name="Footer Placeholder 11">
            <a:extLst>
              <a:ext uri="{FF2B5EF4-FFF2-40B4-BE49-F238E27FC236}">
                <a16:creationId xmlns:a16="http://schemas.microsoft.com/office/drawing/2014/main" id="{BEC1259C-0A50-37A0-081E-E36D391D7A0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B4546"/>
                </a:solidFill>
                <a:effectLst/>
                <a:uLnTx/>
                <a:uFillTx/>
                <a:latin typeface="Arial"/>
                <a:ea typeface="+mn-ea"/>
                <a:cs typeface="+mn-cs"/>
              </a:rPr>
              <a:t>Presentation title</a:t>
            </a:r>
            <a:endParaRPr kumimoji="0" lang="en-PK" sz="1200" b="0" i="0" u="none" strike="noStrike" kern="1200" cap="none" spc="0" normalizeH="0" baseline="0" noProof="0" dirty="0">
              <a:ln>
                <a:noFill/>
              </a:ln>
              <a:solidFill>
                <a:srgbClr val="3B4546"/>
              </a:solidFill>
              <a:effectLst/>
              <a:uLnTx/>
              <a:uFillTx/>
              <a:latin typeface="Arial"/>
              <a:ea typeface="+mn-ea"/>
              <a:cs typeface="+mn-cs"/>
            </a:endParaRPr>
          </a:p>
        </p:txBody>
      </p:sp>
      <p:sp>
        <p:nvSpPr>
          <p:cNvPr id="3" name="Text Placeholder 2">
            <a:extLst>
              <a:ext uri="{FF2B5EF4-FFF2-40B4-BE49-F238E27FC236}">
                <a16:creationId xmlns:a16="http://schemas.microsoft.com/office/drawing/2014/main" id="{B9136911-B582-CB5C-914D-58A0AE6AB75A}"/>
              </a:ext>
            </a:extLst>
          </p:cNvPr>
          <p:cNvSpPr>
            <a:spLocks noGrp="1"/>
          </p:cNvSpPr>
          <p:nvPr>
            <p:ph type="body" sz="quarter" idx="13"/>
          </p:nvPr>
        </p:nvSpPr>
        <p:spPr/>
        <p:txBody>
          <a:bodyPr/>
          <a:lstStyle/>
          <a:p>
            <a:r>
              <a:rPr lang="en-ZA" u="sng" dirty="0"/>
              <a:t>Practical Applications:</a:t>
            </a:r>
          </a:p>
          <a:p>
            <a:endParaRPr lang="en-PK" dirty="0"/>
          </a:p>
        </p:txBody>
      </p:sp>
      <p:sp>
        <p:nvSpPr>
          <p:cNvPr id="5" name="Text Placeholder 4">
            <a:extLst>
              <a:ext uri="{FF2B5EF4-FFF2-40B4-BE49-F238E27FC236}">
                <a16:creationId xmlns:a16="http://schemas.microsoft.com/office/drawing/2014/main" id="{E194D589-C330-607E-B446-0DA52AACC4E4}"/>
              </a:ext>
            </a:extLst>
          </p:cNvPr>
          <p:cNvSpPr>
            <a:spLocks noGrp="1"/>
          </p:cNvSpPr>
          <p:nvPr>
            <p:ph type="body" sz="quarter" idx="15"/>
          </p:nvPr>
        </p:nvSpPr>
        <p:spPr/>
        <p:txBody>
          <a:bodyPr/>
          <a:lstStyle/>
          <a:p>
            <a:r>
              <a:rPr lang="en-US" sz="1800" dirty="0"/>
              <a:t>Optimize inventory to reduce markdowns and </a:t>
            </a:r>
            <a:r>
              <a:rPr lang="en-US" sz="1800" dirty="0" smtClean="0"/>
              <a:t>stock-outs</a:t>
            </a:r>
            <a:r>
              <a:rPr lang="en-US" sz="1800" dirty="0"/>
              <a:t>.</a:t>
            </a:r>
          </a:p>
          <a:p>
            <a:r>
              <a:rPr lang="en-US" sz="1800" dirty="0"/>
              <a:t>Improve revenue forecasting for strategic </a:t>
            </a:r>
            <a:r>
              <a:rPr lang="en-US" sz="1800" dirty="0" smtClean="0"/>
              <a:t>planning</a:t>
            </a:r>
            <a:endParaRPr lang="en-US" sz="1800" dirty="0"/>
          </a:p>
          <a:p>
            <a:endParaRPr lang="en-US" dirty="0"/>
          </a:p>
        </p:txBody>
      </p:sp>
      <p:sp>
        <p:nvSpPr>
          <p:cNvPr id="4" name="Text Placeholder 3">
            <a:extLst>
              <a:ext uri="{FF2B5EF4-FFF2-40B4-BE49-F238E27FC236}">
                <a16:creationId xmlns:a16="http://schemas.microsoft.com/office/drawing/2014/main" id="{5AB49C3E-AD51-081C-CB26-BA65EB17C0A7}"/>
              </a:ext>
            </a:extLst>
          </p:cNvPr>
          <p:cNvSpPr>
            <a:spLocks noGrp="1"/>
          </p:cNvSpPr>
          <p:nvPr>
            <p:ph type="body" sz="quarter" idx="14"/>
          </p:nvPr>
        </p:nvSpPr>
        <p:spPr/>
        <p:txBody>
          <a:bodyPr/>
          <a:lstStyle/>
          <a:p>
            <a:r>
              <a:rPr lang="en-US" u="sng" dirty="0" smtClean="0"/>
              <a:t>Potential value:</a:t>
            </a:r>
            <a:endParaRPr lang="en-PK" u="sng" dirty="0"/>
          </a:p>
        </p:txBody>
      </p:sp>
      <p:sp>
        <p:nvSpPr>
          <p:cNvPr id="6" name="Text Placeholder 5">
            <a:extLst>
              <a:ext uri="{FF2B5EF4-FFF2-40B4-BE49-F238E27FC236}">
                <a16:creationId xmlns:a16="http://schemas.microsoft.com/office/drawing/2014/main" id="{7F8B4CE7-99C9-BD2D-17D0-2B34D13B367F}"/>
              </a:ext>
            </a:extLst>
          </p:cNvPr>
          <p:cNvSpPr>
            <a:spLocks noGrp="1"/>
          </p:cNvSpPr>
          <p:nvPr>
            <p:ph type="body" sz="quarter" idx="16"/>
          </p:nvPr>
        </p:nvSpPr>
        <p:spPr>
          <a:xfrm>
            <a:off x="6074229" y="3913887"/>
            <a:ext cx="4651683" cy="2251782"/>
          </a:xfrm>
        </p:spPr>
        <p:txBody>
          <a:bodyPr/>
          <a:lstStyle/>
          <a:p>
            <a:r>
              <a:rPr lang="en-US" sz="1800" dirty="0"/>
              <a:t>Accurate forecasts can enhance decision-making and profitability.</a:t>
            </a:r>
          </a:p>
          <a:p>
            <a:endParaRPr lang="en-US" dirty="0"/>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FCF61C-3B18-4C03-8326-CC3B32D710C9}" type="slidenum">
              <a:rPr kumimoji="0" lang="en-US"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863392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ZA" sz="4800" dirty="0"/>
              <a:t>Challenges </a:t>
            </a:r>
            <a:r>
              <a:rPr lang="en-ZA" sz="4800" dirty="0"/>
              <a:t>&amp;</a:t>
            </a:r>
            <a:r>
              <a:rPr lang="en-ZA" sz="4800" dirty="0" smtClean="0"/>
              <a:t> </a:t>
            </a:r>
            <a:r>
              <a:rPr lang="en-ZA" sz="4800" dirty="0"/>
              <a:t>Lessons Learned</a:t>
            </a:r>
            <a:r>
              <a:rPr lang="en-ZA" dirty="0"/>
              <a:t/>
            </a:r>
            <a:br>
              <a:rPr lang="en-ZA" dirty="0"/>
            </a:br>
            <a:endParaRPr lang="en-ZA" dirty="0"/>
          </a:p>
        </p:txBody>
      </p:sp>
      <p:sp>
        <p:nvSpPr>
          <p:cNvPr id="5" name="Content Placeholder 4"/>
          <p:cNvSpPr>
            <a:spLocks noGrp="1"/>
          </p:cNvSpPr>
          <p:nvPr>
            <p:ph idx="1"/>
          </p:nvPr>
        </p:nvSpPr>
        <p:spPr/>
        <p:txBody>
          <a:bodyPr>
            <a:normAutofit/>
          </a:bodyPr>
          <a:lstStyle/>
          <a:p>
            <a:r>
              <a:rPr lang="en-US" sz="2400" b="1" dirty="0" smtClean="0">
                <a:solidFill>
                  <a:srgbClr val="FFFF00"/>
                </a:solidFill>
                <a:latin typeface="Arial" panose="020B0604020202020204" pitchFamily="34" charset="0"/>
                <a:cs typeface="Arial" panose="020B0604020202020204" pitchFamily="34" charset="0"/>
              </a:rPr>
              <a:t>Challenges:</a:t>
            </a:r>
          </a:p>
          <a:p>
            <a:pPr marL="342900" indent="-342900">
              <a:buFont typeface="Arial" panose="020B0604020202020204" pitchFamily="34" charset="0"/>
              <a:buChar char="•"/>
            </a:pPr>
            <a:r>
              <a:rPr lang="en-US" b="1" dirty="0" smtClean="0">
                <a:solidFill>
                  <a:srgbClr val="FFFF00"/>
                </a:solidFill>
                <a:latin typeface="Arial" panose="020B0604020202020204" pitchFamily="34" charset="0"/>
                <a:cs typeface="Arial" panose="020B0604020202020204" pitchFamily="34" charset="0"/>
              </a:rPr>
              <a:t>Handling </a:t>
            </a:r>
            <a:r>
              <a:rPr lang="en-US" b="1" dirty="0" err="1" smtClean="0">
                <a:solidFill>
                  <a:srgbClr val="FFFF00"/>
                </a:solidFill>
                <a:latin typeface="Arial" panose="020B0604020202020204" pitchFamily="34" charset="0"/>
                <a:cs typeface="Arial" panose="020B0604020202020204" pitchFamily="34" charset="0"/>
              </a:rPr>
              <a:t>multicollinearity</a:t>
            </a:r>
            <a:r>
              <a:rPr lang="en-US" b="1" dirty="0" smtClean="0">
                <a:solidFill>
                  <a:srgbClr val="FFFF00"/>
                </a:solidFill>
                <a:latin typeface="Arial" panose="020B0604020202020204" pitchFamily="34" charset="0"/>
                <a:cs typeface="Arial" panose="020B0604020202020204" pitchFamily="34" charset="0"/>
              </a:rPr>
              <a:t> (e.g., Month vs. week)</a:t>
            </a:r>
          </a:p>
          <a:p>
            <a:pPr marL="342900" indent="-342900">
              <a:buFont typeface="Arial" panose="020B0604020202020204" pitchFamily="34" charset="0"/>
              <a:buChar char="•"/>
            </a:pPr>
            <a:r>
              <a:rPr lang="en-US" b="1" dirty="0" smtClean="0">
                <a:solidFill>
                  <a:srgbClr val="FFFF00"/>
                </a:solidFill>
                <a:latin typeface="Arial" panose="020B0604020202020204" pitchFamily="34" charset="0"/>
                <a:cs typeface="Arial" panose="020B0604020202020204" pitchFamily="34" charset="0"/>
              </a:rPr>
              <a:t>Balancing outlier removal with Holiday peak</a:t>
            </a:r>
            <a:endParaRPr lang="en-ZA" b="1" dirty="0">
              <a:solidFill>
                <a:srgbClr val="FFFF00"/>
              </a:solidFill>
              <a:latin typeface="Arial" panose="020B0604020202020204" pitchFamily="34" charset="0"/>
              <a:cs typeface="Arial" panose="020B0604020202020204" pitchFamily="34" charset="0"/>
            </a:endParaRPr>
          </a:p>
        </p:txBody>
      </p:sp>
      <p:sp>
        <p:nvSpPr>
          <p:cNvPr id="6" name="Content Placeholder 5"/>
          <p:cNvSpPr>
            <a:spLocks noGrp="1"/>
          </p:cNvSpPr>
          <p:nvPr>
            <p:ph idx="13"/>
          </p:nvPr>
        </p:nvSpPr>
        <p:spPr/>
        <p:txBody>
          <a:bodyPr>
            <a:normAutofit/>
          </a:bodyPr>
          <a:lstStyle/>
          <a:p>
            <a:r>
              <a:rPr lang="en-US" sz="2400" b="1" dirty="0" smtClean="0">
                <a:solidFill>
                  <a:srgbClr val="FFFF00"/>
                </a:solidFill>
                <a:latin typeface="Arial" panose="020B0604020202020204" pitchFamily="34" charset="0"/>
                <a:cs typeface="Arial" panose="020B0604020202020204" pitchFamily="34" charset="0"/>
              </a:rPr>
              <a:t>Lessons Learned:</a:t>
            </a:r>
          </a:p>
          <a:p>
            <a:pPr marL="342900" indent="-342900">
              <a:buFont typeface="Arial" panose="020B0604020202020204" pitchFamily="34" charset="0"/>
              <a:buChar char="•"/>
            </a:pPr>
            <a:r>
              <a:rPr lang="en-US" b="1" dirty="0" smtClean="0">
                <a:solidFill>
                  <a:srgbClr val="FFFF00"/>
                </a:solidFill>
                <a:latin typeface="Arial" panose="020B0604020202020204" pitchFamily="34" charset="0"/>
                <a:cs typeface="Arial" panose="020B0604020202020204" pitchFamily="34" charset="0"/>
              </a:rPr>
              <a:t>Importance of features engineering (e.g., lag variables)</a:t>
            </a:r>
          </a:p>
          <a:p>
            <a:pPr marL="342900" indent="-342900">
              <a:buFont typeface="Arial" panose="020B0604020202020204" pitchFamily="34" charset="0"/>
              <a:buChar char="•"/>
            </a:pPr>
            <a:r>
              <a:rPr lang="en-US" b="1" dirty="0" smtClean="0">
                <a:solidFill>
                  <a:srgbClr val="FFFF00"/>
                </a:solidFill>
                <a:latin typeface="Arial" panose="020B0604020202020204" pitchFamily="34" charset="0"/>
                <a:cs typeface="Arial" panose="020B0604020202020204" pitchFamily="34" charset="0"/>
              </a:rPr>
              <a:t>Value of outlier analysis for Robust Models</a:t>
            </a:r>
            <a:endParaRPr lang="en-ZA" b="1"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7637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9000" b="-1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4400" dirty="0">
                <a:latin typeface="Arial Black" panose="020B0A04020102020204" pitchFamily="34" charset="0"/>
              </a:rPr>
              <a:t>Conclusion and Next </a:t>
            </a:r>
            <a:r>
              <a:rPr lang="en-ZA" sz="4400" dirty="0" smtClean="0">
                <a:latin typeface="Arial Black" panose="020B0A04020102020204" pitchFamily="34" charset="0"/>
              </a:rPr>
              <a:t>Steps</a:t>
            </a:r>
            <a:br>
              <a:rPr lang="en-ZA" sz="4400" dirty="0" smtClean="0">
                <a:latin typeface="Arial Black" panose="020B0A04020102020204" pitchFamily="34" charset="0"/>
              </a:rPr>
            </a:br>
            <a:r>
              <a:rPr lang="en-ZA" sz="4400" dirty="0">
                <a:latin typeface="Arial Black" panose="020B0A04020102020204" pitchFamily="34" charset="0"/>
              </a:rPr>
              <a:t/>
            </a:r>
            <a:br>
              <a:rPr lang="en-ZA" sz="4400" dirty="0">
                <a:latin typeface="Arial Black" panose="020B0A04020102020204" pitchFamily="34" charset="0"/>
              </a:rPr>
            </a:br>
            <a:endParaRPr lang="en-ZA" sz="4400" dirty="0">
              <a:latin typeface="Arial Black" panose="020B0A04020102020204" pitchFamily="34" charset="0"/>
            </a:endParaRPr>
          </a:p>
        </p:txBody>
      </p:sp>
      <p:sp>
        <p:nvSpPr>
          <p:cNvPr id="3" name="Content Placeholder 2"/>
          <p:cNvSpPr>
            <a:spLocks noGrp="1"/>
          </p:cNvSpPr>
          <p:nvPr>
            <p:ph idx="1"/>
          </p:nvPr>
        </p:nvSpPr>
        <p:spPr>
          <a:xfrm>
            <a:off x="914400" y="2696547"/>
            <a:ext cx="10607040" cy="3387011"/>
          </a:xfrm>
        </p:spPr>
        <p:txBody>
          <a:bodyPr>
            <a:normAutofit/>
          </a:bodyPr>
          <a:lstStyle/>
          <a:p>
            <a:r>
              <a:rPr lang="en-ZA" sz="2800" b="1" dirty="0">
                <a:solidFill>
                  <a:schemeClr val="tx1"/>
                </a:solidFill>
                <a:latin typeface="Arial Black" panose="020B0A04020102020204" pitchFamily="34" charset="0"/>
                <a:cs typeface="Arial" panose="020B0604020202020204" pitchFamily="34" charset="0"/>
              </a:rPr>
              <a:t>Summary</a:t>
            </a:r>
            <a:r>
              <a:rPr lang="en-ZA" sz="2800" b="1" dirty="0" smtClean="0">
                <a:solidFill>
                  <a:schemeClr val="tx1"/>
                </a:solidFill>
                <a:latin typeface="Arial Black" panose="020B0A04020102020204" pitchFamily="34" charset="0"/>
                <a:cs typeface="Arial" panose="020B0604020202020204" pitchFamily="34" charset="0"/>
              </a:rPr>
              <a:t>:</a:t>
            </a:r>
          </a:p>
          <a:p>
            <a:pPr marL="342900" indent="-342900">
              <a:buFont typeface="Arial" panose="020B0604020202020204" pitchFamily="34" charset="0"/>
              <a:buChar char="•"/>
            </a:pPr>
            <a:r>
              <a:rPr lang="en-US" sz="2400" dirty="0" smtClean="0">
                <a:solidFill>
                  <a:schemeClr val="tx1"/>
                </a:solidFill>
              </a:rPr>
              <a:t> </a:t>
            </a:r>
            <a:r>
              <a:rPr lang="en-US" sz="2400" b="1" dirty="0" smtClean="0">
                <a:solidFill>
                  <a:schemeClr val="tx1"/>
                </a:solidFill>
                <a:latin typeface="Arial Black" panose="020B0A04020102020204" pitchFamily="34" charset="0"/>
              </a:rPr>
              <a:t>The </a:t>
            </a:r>
            <a:r>
              <a:rPr lang="en-US" sz="2400" b="1" dirty="0">
                <a:solidFill>
                  <a:schemeClr val="tx1"/>
                </a:solidFill>
                <a:latin typeface="Arial Black" panose="020B0A04020102020204" pitchFamily="34" charset="0"/>
              </a:rPr>
              <a:t>model provides accurate and data-driven sales </a:t>
            </a:r>
            <a:r>
              <a:rPr lang="en-US" sz="2400" b="1" dirty="0" smtClean="0">
                <a:solidFill>
                  <a:schemeClr val="tx1"/>
                </a:solidFill>
                <a:latin typeface="Arial Black" panose="020B0A04020102020204" pitchFamily="34" charset="0"/>
              </a:rPr>
              <a:t>forecasts</a:t>
            </a:r>
          </a:p>
          <a:p>
            <a:pPr marL="342900" indent="-342900">
              <a:buFont typeface="Arial" panose="020B0604020202020204" pitchFamily="34" charset="0"/>
              <a:buChar char="•"/>
            </a:pPr>
            <a:r>
              <a:rPr lang="en-US" sz="2400" b="1" dirty="0" smtClean="0">
                <a:solidFill>
                  <a:schemeClr val="tx1"/>
                </a:solidFill>
                <a:latin typeface="Arial Black" panose="020B0A04020102020204" pitchFamily="34" charset="0"/>
              </a:rPr>
              <a:t> </a:t>
            </a:r>
            <a:r>
              <a:rPr lang="en-US" sz="2400" b="1" dirty="0">
                <a:solidFill>
                  <a:schemeClr val="tx1"/>
                </a:solidFill>
                <a:latin typeface="Arial Black" panose="020B0A04020102020204" pitchFamily="34" charset="0"/>
              </a:rPr>
              <a:t>Implementing this model can save costs and boost profitability</a:t>
            </a:r>
            <a:endParaRPr lang="en-ZA" sz="2400" b="1" dirty="0">
              <a:solidFill>
                <a:schemeClr val="tx1"/>
              </a:solidFill>
              <a:latin typeface="Arial Black" panose="020B0A04020102020204" pitchFamily="34" charset="0"/>
              <a:cs typeface="Arial" panose="020B0604020202020204" pitchFamily="34" charset="0"/>
            </a:endParaRPr>
          </a:p>
          <a:p>
            <a:endParaRPr lang="en-ZA" dirty="0"/>
          </a:p>
        </p:txBody>
      </p:sp>
      <p:sp>
        <p:nvSpPr>
          <p:cNvPr id="4" name="Content Placeholder 3"/>
          <p:cNvSpPr>
            <a:spLocks noGrp="1"/>
          </p:cNvSpPr>
          <p:nvPr>
            <p:ph idx="13"/>
          </p:nvPr>
        </p:nvSpPr>
        <p:spPr>
          <a:xfrm>
            <a:off x="1856792" y="5626359"/>
            <a:ext cx="6400800" cy="663122"/>
          </a:xfrm>
        </p:spPr>
        <p:txBody>
          <a:bodyPr>
            <a:normAutofit/>
          </a:bodyPr>
          <a:lstStyle/>
          <a:p>
            <a:r>
              <a:rPr lang="en-US" dirty="0" smtClean="0"/>
              <a:t>.</a:t>
            </a:r>
            <a:endParaRPr lang="en-ZA" dirty="0"/>
          </a:p>
        </p:txBody>
      </p:sp>
    </p:spTree>
    <p:extLst>
      <p:ext uri="{BB962C8B-B14F-4D97-AF65-F5344CB8AC3E}">
        <p14:creationId xmlns:p14="http://schemas.microsoft.com/office/powerpoint/2010/main" val="35232020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70F9-17DA-839C-44F9-7397A5EFC979}"/>
              </a:ext>
            </a:extLst>
          </p:cNvPr>
          <p:cNvSpPr>
            <a:spLocks noGrp="1"/>
          </p:cNvSpPr>
          <p:nvPr>
            <p:ph type="title"/>
          </p:nvPr>
        </p:nvSpPr>
        <p:spPr>
          <a:xfrm>
            <a:off x="1097280" y="286603"/>
            <a:ext cx="10058400" cy="1450757"/>
          </a:xfrm>
        </p:spPr>
        <p:txBody>
          <a:bodyPr>
            <a:normAutofit/>
          </a:bodyPr>
          <a:lstStyle/>
          <a:p>
            <a:r>
              <a:rPr lang="en-US" dirty="0" smtClean="0"/>
              <a:t>Next steps</a:t>
            </a:r>
            <a:endParaRPr lang="en-US" dirty="0"/>
          </a:p>
        </p:txBody>
      </p:sp>
      <p:sp>
        <p:nvSpPr>
          <p:cNvPr id="3" name="Text Placeholder 2">
            <a:extLst>
              <a:ext uri="{FF2B5EF4-FFF2-40B4-BE49-F238E27FC236}">
                <a16:creationId xmlns:a16="http://schemas.microsoft.com/office/drawing/2014/main" id="{597B49AB-9182-5EB7-E03A-3E144B8F0EE9}"/>
              </a:ext>
            </a:extLst>
          </p:cNvPr>
          <p:cNvSpPr>
            <a:spLocks noGrp="1"/>
          </p:cNvSpPr>
          <p:nvPr>
            <p:ph type="body" sz="quarter" idx="16"/>
          </p:nvPr>
        </p:nvSpPr>
        <p:spPr>
          <a:xfrm>
            <a:off x="1318352" y="1894376"/>
            <a:ext cx="2847975" cy="3390899"/>
          </a:xfrm>
        </p:spPr>
        <p:txBody>
          <a:bodyPr/>
          <a:lstStyle/>
          <a:p>
            <a:r>
              <a:rPr lang="en-US" dirty="0" smtClean="0"/>
              <a:t>Deploy model</a:t>
            </a:r>
            <a:endParaRPr lang="en-US" dirty="0"/>
          </a:p>
        </p:txBody>
      </p:sp>
      <p:pic>
        <p:nvPicPr>
          <p:cNvPr id="17" name="Picture Placeholder 16">
            <a:extLst>
              <a:ext uri="{FF2B5EF4-FFF2-40B4-BE49-F238E27FC236}">
                <a16:creationId xmlns:a16="http://schemas.microsoft.com/office/drawing/2014/main" id="{3980A62D-4086-7F4B-0183-79A0BC44178A}"/>
              </a:ext>
            </a:extLst>
          </p:cNvPr>
          <p:cNvPicPr>
            <a:picLocks noGrp="1" noChangeAspect="1"/>
          </p:cNvPicPr>
          <p:nvPr>
            <p:ph type="pic" sz="quarter" idx="23"/>
          </p:nvPr>
        </p:nvPicPr>
        <p:blipFill>
          <a:blip r:embed="rId2">
            <a:extLst>
              <a:ext uri="{28A0092B-C50C-407E-A947-70E740481C1C}">
                <a14:useLocalDpi xmlns:a14="http://schemas.microsoft.com/office/drawing/2010/main" val="0"/>
              </a:ext>
            </a:extLst>
          </a:blip>
          <a:stretch>
            <a:fillRect/>
          </a:stretch>
        </p:blipFill>
        <p:spPr>
          <a:xfrm>
            <a:off x="1961709" y="2983905"/>
            <a:ext cx="1561259" cy="912360"/>
          </a:xfrm>
        </p:spPr>
      </p:pic>
      <p:sp>
        <p:nvSpPr>
          <p:cNvPr id="6" name="Text Placeholder 5">
            <a:extLst>
              <a:ext uri="{FF2B5EF4-FFF2-40B4-BE49-F238E27FC236}">
                <a16:creationId xmlns:a16="http://schemas.microsoft.com/office/drawing/2014/main" id="{6A1EECEA-D837-E96C-CC5D-8C8B986DA332}"/>
              </a:ext>
            </a:extLst>
          </p:cNvPr>
          <p:cNvSpPr>
            <a:spLocks noGrp="1"/>
          </p:cNvSpPr>
          <p:nvPr>
            <p:ph type="body" sz="quarter" idx="20"/>
          </p:nvPr>
        </p:nvSpPr>
        <p:spPr>
          <a:xfrm>
            <a:off x="1961709" y="4494792"/>
            <a:ext cx="1919988" cy="388376"/>
          </a:xfrm>
        </p:spPr>
        <p:txBody>
          <a:bodyPr/>
          <a:lstStyle/>
          <a:p>
            <a:pPr lvl="0"/>
            <a:r>
              <a:rPr lang="en-US" sz="2000" dirty="0" smtClean="0">
                <a:solidFill>
                  <a:schemeClr val="accent1">
                    <a:lumMod val="60000"/>
                    <a:lumOff val="40000"/>
                  </a:schemeClr>
                </a:solidFill>
              </a:rPr>
              <a:t>.</a:t>
            </a:r>
            <a:endParaRPr lang="en-US" sz="2000" dirty="0">
              <a:solidFill>
                <a:schemeClr val="accent1">
                  <a:lumMod val="60000"/>
                  <a:lumOff val="40000"/>
                </a:schemeClr>
              </a:solidFill>
            </a:endParaRPr>
          </a:p>
        </p:txBody>
      </p:sp>
      <p:sp>
        <p:nvSpPr>
          <p:cNvPr id="7" name="Text Placeholder 6">
            <a:extLst>
              <a:ext uri="{FF2B5EF4-FFF2-40B4-BE49-F238E27FC236}">
                <a16:creationId xmlns:a16="http://schemas.microsoft.com/office/drawing/2014/main" id="{DBD828F9-B330-B117-FF6A-8F0C12444700}"/>
              </a:ext>
            </a:extLst>
          </p:cNvPr>
          <p:cNvSpPr>
            <a:spLocks noGrp="1"/>
          </p:cNvSpPr>
          <p:nvPr>
            <p:ph type="body" sz="quarter" idx="18"/>
          </p:nvPr>
        </p:nvSpPr>
        <p:spPr>
          <a:xfrm>
            <a:off x="4651092" y="1894376"/>
            <a:ext cx="2847975" cy="3390899"/>
          </a:xfrm>
        </p:spPr>
        <p:txBody>
          <a:bodyPr/>
          <a:lstStyle/>
          <a:p>
            <a:r>
              <a:rPr lang="en-US" dirty="0" smtClean="0"/>
              <a:t>Incorporate real time data</a:t>
            </a:r>
            <a:endParaRPr lang="en-US" dirty="0"/>
          </a:p>
        </p:txBody>
      </p:sp>
      <p:pic>
        <p:nvPicPr>
          <p:cNvPr id="19" name="Picture Placeholder 18">
            <a:extLst>
              <a:ext uri="{FF2B5EF4-FFF2-40B4-BE49-F238E27FC236}">
                <a16:creationId xmlns:a16="http://schemas.microsoft.com/office/drawing/2014/main" id="{05C8F98B-B885-007C-9C78-F2B2AE16A7D9}"/>
              </a:ext>
            </a:extLst>
          </p:cNvPr>
          <p:cNvPicPr>
            <a:picLocks noGrp="1" noChangeAspect="1"/>
          </p:cNvPicPr>
          <p:nvPr>
            <p:ph type="pic" sz="quarter" idx="24"/>
          </p:nvPr>
        </p:nvPicPr>
        <p:blipFill>
          <a:blip r:embed="rId3">
            <a:extLst>
              <a:ext uri="{28A0092B-C50C-407E-A947-70E740481C1C}">
                <a14:useLocalDpi xmlns:a14="http://schemas.microsoft.com/office/drawing/2010/main" val="0"/>
              </a:ext>
            </a:extLst>
          </a:blip>
          <a:stretch>
            <a:fillRect/>
          </a:stretch>
        </p:blipFill>
        <p:spPr>
          <a:xfrm>
            <a:off x="4898571" y="3042455"/>
            <a:ext cx="2481943" cy="1452337"/>
          </a:xfrm>
        </p:spPr>
      </p:pic>
      <p:sp>
        <p:nvSpPr>
          <p:cNvPr id="9" name="Text Placeholder 8">
            <a:extLst>
              <a:ext uri="{FF2B5EF4-FFF2-40B4-BE49-F238E27FC236}">
                <a16:creationId xmlns:a16="http://schemas.microsoft.com/office/drawing/2014/main" id="{2FFA0DAA-37F3-A33A-6A49-3568311D08A7}"/>
              </a:ext>
            </a:extLst>
          </p:cNvPr>
          <p:cNvSpPr>
            <a:spLocks noGrp="1"/>
          </p:cNvSpPr>
          <p:nvPr>
            <p:ph type="body" sz="quarter" idx="21"/>
          </p:nvPr>
        </p:nvSpPr>
        <p:spPr>
          <a:xfrm>
            <a:off x="5050288" y="6767731"/>
            <a:ext cx="2178507" cy="180538"/>
          </a:xfrm>
        </p:spPr>
        <p:txBody>
          <a:bodyPr/>
          <a:lstStyle/>
          <a:p>
            <a:r>
              <a:rPr lang="en-US" dirty="0" smtClean="0"/>
              <a:t>.</a:t>
            </a:r>
            <a:endParaRPr lang="en-US" dirty="0"/>
          </a:p>
        </p:txBody>
      </p:sp>
      <p:sp>
        <p:nvSpPr>
          <p:cNvPr id="4" name="Text Placeholder 3">
            <a:extLst>
              <a:ext uri="{FF2B5EF4-FFF2-40B4-BE49-F238E27FC236}">
                <a16:creationId xmlns:a16="http://schemas.microsoft.com/office/drawing/2014/main" id="{4C16C42F-6E4C-CC8A-0CCC-46E1AAF5C772}"/>
              </a:ext>
            </a:extLst>
          </p:cNvPr>
          <p:cNvSpPr>
            <a:spLocks noGrp="1"/>
          </p:cNvSpPr>
          <p:nvPr>
            <p:ph type="body" sz="quarter" idx="19"/>
          </p:nvPr>
        </p:nvSpPr>
        <p:spPr>
          <a:xfrm>
            <a:off x="7995403" y="1894376"/>
            <a:ext cx="2847975" cy="3390899"/>
          </a:xfrm>
        </p:spPr>
        <p:txBody>
          <a:bodyPr/>
          <a:lstStyle/>
          <a:p>
            <a:r>
              <a:rPr lang="en-US" dirty="0" smtClean="0"/>
              <a:t>Test advanced models</a:t>
            </a:r>
            <a:endParaRPr lang="en-US" dirty="0"/>
          </a:p>
        </p:txBody>
      </p:sp>
      <p:pic>
        <p:nvPicPr>
          <p:cNvPr id="21" name="Picture Placeholder 20">
            <a:extLst>
              <a:ext uri="{FF2B5EF4-FFF2-40B4-BE49-F238E27FC236}">
                <a16:creationId xmlns:a16="http://schemas.microsoft.com/office/drawing/2014/main" id="{F759999E-0FBE-FE5E-0E5E-0AC62ECF5895}"/>
              </a:ext>
            </a:extLst>
          </p:cNvPr>
          <p:cNvPicPr>
            <a:picLocks noGrp="1" noChangeAspect="1"/>
          </p:cNvPicPr>
          <p:nvPr>
            <p:ph type="pic" sz="quarter" idx="25"/>
          </p:nvPr>
        </p:nvPicPr>
        <p:blipFill>
          <a:blip r:embed="rId4">
            <a:extLst>
              <a:ext uri="{28A0092B-C50C-407E-A947-70E740481C1C}">
                <a14:useLocalDpi xmlns:a14="http://schemas.microsoft.com/office/drawing/2010/main" val="0"/>
              </a:ext>
            </a:extLst>
          </a:blip>
          <a:stretch>
            <a:fillRect/>
          </a:stretch>
        </p:blipFill>
        <p:spPr>
          <a:xfrm>
            <a:off x="8214057" y="2983905"/>
            <a:ext cx="2474094" cy="1272459"/>
          </a:xfrm>
        </p:spPr>
      </p:pic>
      <p:sp>
        <p:nvSpPr>
          <p:cNvPr id="11" name="Text Placeholder 10">
            <a:extLst>
              <a:ext uri="{FF2B5EF4-FFF2-40B4-BE49-F238E27FC236}">
                <a16:creationId xmlns:a16="http://schemas.microsoft.com/office/drawing/2014/main" id="{06EADD7E-590E-81AB-52E8-354DDB041D1F}"/>
              </a:ext>
            </a:extLst>
          </p:cNvPr>
          <p:cNvSpPr>
            <a:spLocks noGrp="1"/>
          </p:cNvSpPr>
          <p:nvPr>
            <p:ph type="body" sz="quarter" idx="22"/>
          </p:nvPr>
        </p:nvSpPr>
        <p:spPr>
          <a:xfrm>
            <a:off x="8378890" y="4413380"/>
            <a:ext cx="2179858" cy="469787"/>
          </a:xfrm>
        </p:spPr>
        <p:txBody>
          <a:bodyPr/>
          <a:lstStyle/>
          <a:p>
            <a:pPr lvl="0"/>
            <a:r>
              <a:rPr lang="en-US" dirty="0" smtClean="0">
                <a:solidFill>
                  <a:schemeClr val="accent1">
                    <a:lumMod val="60000"/>
                    <a:lumOff val="40000"/>
                  </a:schemeClr>
                </a:solidFill>
              </a:rPr>
              <a:t>Prophet, deep learning or </a:t>
            </a:r>
            <a:r>
              <a:rPr lang="en-US" dirty="0" err="1" smtClean="0">
                <a:solidFill>
                  <a:schemeClr val="accent1">
                    <a:lumMod val="60000"/>
                    <a:lumOff val="40000"/>
                  </a:schemeClr>
                </a:solidFill>
              </a:rPr>
              <a:t>XGBoost</a:t>
            </a:r>
            <a:endParaRPr lang="en-US" dirty="0">
              <a:solidFill>
                <a:schemeClr val="accent1">
                  <a:lumMod val="60000"/>
                  <a:lumOff val="40000"/>
                </a:schemeClr>
              </a:solidFill>
            </a:endParaRPr>
          </a:p>
        </p:txBody>
      </p:sp>
      <p:sp>
        <p:nvSpPr>
          <p:cNvPr id="12" name="Footer Placeholder 11">
            <a:extLst>
              <a:ext uri="{FF2B5EF4-FFF2-40B4-BE49-F238E27FC236}">
                <a16:creationId xmlns:a16="http://schemas.microsoft.com/office/drawing/2014/main" id="{F8C77F5E-3D68-52A5-FB4D-4EBC3E74AB0D}"/>
              </a:ext>
            </a:extLst>
          </p:cNvPr>
          <p:cNvSpPr>
            <a:spLocks noGrp="1"/>
          </p:cNvSpPr>
          <p:nvPr>
            <p:ph type="ftr" sz="quarter" idx="3"/>
          </p:nvPr>
        </p:nvSpPr>
        <p:spPr>
          <a:xfrm>
            <a:off x="824241" y="6290774"/>
            <a:ext cx="6637071"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Century Gothic"/>
              </a:rPr>
              <a:t>.</a:t>
            </a:r>
            <a:endParaRPr kumimoji="0" lang="en-US" sz="1100" b="0" i="0" u="none" strike="noStrike" kern="1200" cap="all" spc="0" normalizeH="0" baseline="0" noProof="0" dirty="0">
              <a:ln>
                <a:noFill/>
              </a:ln>
              <a:solidFill>
                <a:srgbClr val="FFFFFF"/>
              </a:solidFill>
              <a:effectLst/>
              <a:uLnTx/>
              <a:uFillTx/>
              <a:latin typeface="Century Gothic"/>
              <a:ea typeface="+mn-ea"/>
              <a:cs typeface="+mn-cs"/>
            </a:endParaRPr>
          </a:p>
        </p:txBody>
      </p:sp>
      <p:sp>
        <p:nvSpPr>
          <p:cNvPr id="13" name="Slide Number Placeholder 12">
            <a:extLst>
              <a:ext uri="{FF2B5EF4-FFF2-40B4-BE49-F238E27FC236}">
                <a16:creationId xmlns:a16="http://schemas.microsoft.com/office/drawing/2014/main" id="{057039E5-2916-97DA-297D-8FEA442FE1D7}"/>
              </a:ext>
            </a:extLst>
          </p:cNvPr>
          <p:cNvSpPr>
            <a:spLocks noGrp="1"/>
          </p:cNvSpPr>
          <p:nvPr>
            <p:ph type="sldNum" sz="quarter" idx="4"/>
          </p:nvPr>
        </p:nvSpPr>
        <p:spPr>
          <a:xfrm>
            <a:off x="10768546" y="6290774"/>
            <a:ext cx="61791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98EE3D-8CD1-4C3F-BD1C-C98C9596463C}" type="slidenum">
              <a:rPr kumimoji="0" lang="en-US" sz="1100" b="0" i="0" u="none" strike="noStrike" kern="1200" cap="none" spc="0" normalizeH="0" baseline="0" noProof="0" smtClean="0">
                <a:ln>
                  <a:noFill/>
                </a:ln>
                <a:solidFill>
                  <a:srgbClr val="FFFFFF"/>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dirty="0">
              <a:ln>
                <a:noFill/>
              </a:ln>
              <a:solidFill>
                <a:srgbClr val="FFFFFF"/>
              </a:solidFill>
              <a:effectLst/>
              <a:uLnTx/>
              <a:uFillTx/>
              <a:latin typeface="Century Gothic"/>
              <a:ea typeface="+mn-ea"/>
              <a:cs typeface="+mn-cs"/>
            </a:endParaRPr>
          </a:p>
        </p:txBody>
      </p:sp>
    </p:spTree>
    <p:extLst>
      <p:ext uri="{BB962C8B-B14F-4D97-AF65-F5344CB8AC3E}">
        <p14:creationId xmlns:p14="http://schemas.microsoft.com/office/powerpoint/2010/main" val="11858138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9000"/>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tx1"/>
                </a:solidFill>
              </a:rPr>
              <a:t>Thank you</a:t>
            </a:r>
            <a:endParaRPr lang="en-ZA" dirty="0">
              <a:solidFill>
                <a:schemeClr val="tx1"/>
              </a:solidFill>
            </a:endParaRPr>
          </a:p>
        </p:txBody>
      </p:sp>
      <p:sp>
        <p:nvSpPr>
          <p:cNvPr id="3" name="Subtitle 2"/>
          <p:cNvSpPr>
            <a:spLocks noGrp="1"/>
          </p:cNvSpPr>
          <p:nvPr>
            <p:ph type="subTitle" idx="1"/>
          </p:nvPr>
        </p:nvSpPr>
        <p:spPr>
          <a:xfrm>
            <a:off x="2136710" y="2407298"/>
            <a:ext cx="7217602" cy="3024238"/>
          </a:xfrm>
        </p:spPr>
        <p:txBody>
          <a:bodyPr/>
          <a:lstStyle/>
          <a:p>
            <a:r>
              <a:rPr lang="en-US" i="1" dirty="0">
                <a:solidFill>
                  <a:schemeClr val="tx1"/>
                </a:solidFill>
              </a:rPr>
              <a:t>"Without data, you're just another person with an opinion."</a:t>
            </a:r>
            <a:r>
              <a:rPr lang="en-US" dirty="0">
                <a:solidFill>
                  <a:schemeClr val="tx1"/>
                </a:solidFill>
              </a:rPr>
              <a:t> – W. Edwards </a:t>
            </a:r>
            <a:r>
              <a:rPr lang="en-US" dirty="0" smtClean="0">
                <a:solidFill>
                  <a:schemeClr val="tx1"/>
                </a:solidFill>
              </a:rPr>
              <a:t>Deming</a:t>
            </a:r>
          </a:p>
          <a:p>
            <a:endParaRPr lang="en-US" dirty="0">
              <a:solidFill>
                <a:schemeClr val="tx1"/>
              </a:solidFill>
            </a:endParaRPr>
          </a:p>
          <a:p>
            <a:r>
              <a:rPr lang="en-US" dirty="0" smtClean="0">
                <a:solidFill>
                  <a:schemeClr val="tx1"/>
                </a:solidFill>
              </a:rPr>
              <a:t>Email: tebohomaake@gmail.com</a:t>
            </a:r>
            <a:endParaRPr lang="en-ZA" dirty="0">
              <a:solidFill>
                <a:schemeClr val="tx1"/>
              </a:solidFill>
            </a:endParaRPr>
          </a:p>
        </p:txBody>
      </p:sp>
    </p:spTree>
    <p:extLst>
      <p:ext uri="{BB962C8B-B14F-4D97-AF65-F5344CB8AC3E}">
        <p14:creationId xmlns:p14="http://schemas.microsoft.com/office/powerpoint/2010/main" val="155261426"/>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Madison">
  <a:themeElements>
    <a:clrScheme name="TM45439525">
      <a:dk1>
        <a:srgbClr val="000000"/>
      </a:dk1>
      <a:lt1>
        <a:srgbClr val="FFFFFF"/>
      </a:lt1>
      <a:dk2>
        <a:srgbClr val="1F2C28"/>
      </a:dk2>
      <a:lt2>
        <a:srgbClr val="E7E6E6"/>
      </a:lt2>
      <a:accent1>
        <a:srgbClr val="A1D58B"/>
      </a:accent1>
      <a:accent2>
        <a:srgbClr val="5EC795"/>
      </a:accent2>
      <a:accent3>
        <a:srgbClr val="4DADCE"/>
      </a:accent3>
      <a:accent4>
        <a:srgbClr val="CCB756"/>
      </a:accent4>
      <a:accent5>
        <a:srgbClr val="E29B35"/>
      </a:accent5>
      <a:accent6>
        <a:srgbClr val="8DC0C0"/>
      </a:accent6>
      <a:hlink>
        <a:srgbClr val="0563C1"/>
      </a:hlink>
      <a:folHlink>
        <a:srgbClr val="954F72"/>
      </a:folHlink>
    </a:clrScheme>
    <a:fontScheme name="Custom 11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439525_Win32_SL_V10" id="{6D1E132C-EE58-410C-AA79-6634C21077D3}" vid="{B34F418C-A6AD-4EA0-82A8-449DB69F489E}"/>
    </a:ext>
  </a:extLst>
</a:theme>
</file>

<file path=ppt/theme/theme3.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357615_win32_EF_v3" id="{E0D2F1F9-7AB8-4CD0-BAF5-572B3B8BE236}" vid="{36B7CD22-9CE9-4A36-A2A9-2F6B82431D88}"/>
    </a:ext>
  </a:extLst>
</a:theme>
</file>

<file path=ppt/theme/theme4.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5.xml><?xml version="1.0" encoding="utf-8"?>
<a:theme xmlns:a="http://schemas.openxmlformats.org/drawingml/2006/main" name="1_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6.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A784F2EB-8377-40E2-878D-F359E4F7734D}" vid="{87F4C17B-0668-4D7F-80F5-6507D8EFBB0D}"/>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1287</TotalTime>
  <Words>1007</Words>
  <Application>Microsoft Office PowerPoint</Application>
  <PresentationFormat>Widescreen</PresentationFormat>
  <Paragraphs>131</Paragraphs>
  <Slides>16</Slides>
  <Notes>1</Notes>
  <HiddenSlides>0</HiddenSlides>
  <MMClips>0</MMClips>
  <ScaleCrop>false</ScaleCrop>
  <HeadingPairs>
    <vt:vector size="6" baseType="variant">
      <vt:variant>
        <vt:lpstr>Fonts Used</vt:lpstr>
      </vt:variant>
      <vt:variant>
        <vt:i4>10</vt:i4>
      </vt:variant>
      <vt:variant>
        <vt:lpstr>Theme</vt:lpstr>
      </vt:variant>
      <vt:variant>
        <vt:i4>6</vt:i4>
      </vt:variant>
      <vt:variant>
        <vt:lpstr>Slide Titles</vt:lpstr>
      </vt:variant>
      <vt:variant>
        <vt:i4>16</vt:i4>
      </vt:variant>
    </vt:vector>
  </HeadingPairs>
  <TitlesOfParts>
    <vt:vector size="32" baseType="lpstr">
      <vt:lpstr>Arial</vt:lpstr>
      <vt:lpstr>Arial Black</vt:lpstr>
      <vt:lpstr>Book Antiqua</vt:lpstr>
      <vt:lpstr>Calibri</vt:lpstr>
      <vt:lpstr>Century Gothic</vt:lpstr>
      <vt:lpstr>Courier New</vt:lpstr>
      <vt:lpstr>Franklin Gothic Book</vt:lpstr>
      <vt:lpstr>Gill Sans MT</vt:lpstr>
      <vt:lpstr>Rockwell</vt:lpstr>
      <vt:lpstr>Source Sans Pro ExtraLight</vt:lpstr>
      <vt:lpstr>Gallery</vt:lpstr>
      <vt:lpstr>Madison</vt:lpstr>
      <vt:lpstr>Crop</vt:lpstr>
      <vt:lpstr>Office Theme</vt:lpstr>
      <vt:lpstr>1_Office Theme</vt:lpstr>
      <vt:lpstr>Custom</vt:lpstr>
      <vt:lpstr>Sales Forecast</vt:lpstr>
      <vt:lpstr>Content</vt:lpstr>
      <vt:lpstr>Introduction i</vt:lpstr>
      <vt:lpstr>Introduction 1i</vt:lpstr>
      <vt:lpstr>Data &amp; Preprocessing</vt:lpstr>
      <vt:lpstr>Key Observations:</vt:lpstr>
      <vt:lpstr>Key Observations ii</vt:lpstr>
      <vt:lpstr>Key Observations iii:</vt:lpstr>
      <vt:lpstr>Methology &amp; model development</vt:lpstr>
      <vt:lpstr>Model Testing</vt:lpstr>
      <vt:lpstr>Visual Insights </vt:lpstr>
      <vt:lpstr>Business Impact </vt:lpstr>
      <vt:lpstr>Challenges &amp; Lessons Learned </vt:lpstr>
      <vt:lpstr>Conclusion and Next Steps  </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Forecast</dc:title>
  <dc:creator>Rembu</dc:creator>
  <cp:lastModifiedBy>Rembu</cp:lastModifiedBy>
  <cp:revision>25</cp:revision>
  <dcterms:created xsi:type="dcterms:W3CDTF">2025-03-10T22:46:05Z</dcterms:created>
  <dcterms:modified xsi:type="dcterms:W3CDTF">2025-03-11T20:14:01Z</dcterms:modified>
</cp:coreProperties>
</file>